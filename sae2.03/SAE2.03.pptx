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60" r:id="rId4"/>
    <p:sldId id="261" r:id="rId5"/>
    <p:sldId id="266" r:id="rId6"/>
    <p:sldId id="265" r:id="rId7"/>
    <p:sldId id="267" r:id="rId8"/>
    <p:sldId id="268" r:id="rId9"/>
    <p:sldId id="269" r:id="rId10"/>
    <p:sldId id="264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F0990-C33A-78BD-2501-4BF1E6DA9994}" v="500" dt="2022-06-04T16:17:04.847"/>
    <p1510:client id="{3864FE3C-E74D-2120-C22E-9776F35EFD6A}" v="5" dt="2022-06-03T06:22:14.470"/>
    <p1510:client id="{62988239-1936-B478-0272-8AB157F73FB9}" v="3" dt="2022-06-02T19:41:21.985"/>
    <p1510:client id="{96785AD5-4BC1-45C4-9B31-2F00D6B98D49}" v="648" dt="2022-06-02T18:09:42.063"/>
    <p1510:client id="{ACF088C9-FDCD-460F-8761-A27490C175E2}" v="18" dt="2022-06-04T16:36:19.791"/>
    <p1510:client id="{D3C110E3-D39F-5489-AB61-E4E1E409EF87}" v="17" dt="2022-06-02T20:12:05.164"/>
    <p1510:client id="{FBC57989-00C4-4080-9D7E-28F5B01E2AC9}" v="80" dt="2022-06-02T17:26:01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LS Marion" userId="S::marion.valls@etu.univ-amu.fr::37806a72-39d7-4237-b5a4-6acf0526ae07" providerId="AD" clId="Web-{D3C110E3-D39F-5489-AB61-E4E1E409EF87}"/>
    <pc:docChg chg="modSld">
      <pc:chgData name="VALLS Marion" userId="S::marion.valls@etu.univ-amu.fr::37806a72-39d7-4237-b5a4-6acf0526ae07" providerId="AD" clId="Web-{D3C110E3-D39F-5489-AB61-E4E1E409EF87}" dt="2022-06-02T20:12:05.164" v="16" actId="20577"/>
      <pc:docMkLst>
        <pc:docMk/>
      </pc:docMkLst>
      <pc:sldChg chg="modSp">
        <pc:chgData name="VALLS Marion" userId="S::marion.valls@etu.univ-amu.fr::37806a72-39d7-4237-b5a4-6acf0526ae07" providerId="AD" clId="Web-{D3C110E3-D39F-5489-AB61-E4E1E409EF87}" dt="2022-06-02T20:12:05.164" v="16" actId="20577"/>
        <pc:sldMkLst>
          <pc:docMk/>
          <pc:sldMk cId="3427494063" sldId="264"/>
        </pc:sldMkLst>
        <pc:spChg chg="mod">
          <ac:chgData name="VALLS Marion" userId="S::marion.valls@etu.univ-amu.fr::37806a72-39d7-4237-b5a4-6acf0526ae07" providerId="AD" clId="Web-{D3C110E3-D39F-5489-AB61-E4E1E409EF87}" dt="2022-06-02T20:12:05.164" v="16" actId="20577"/>
          <ac:spMkLst>
            <pc:docMk/>
            <pc:sldMk cId="3427494063" sldId="264"/>
            <ac:spMk id="3" creationId="{1E3688F6-243B-0354-47A0-67EEDAEE5F69}"/>
          </ac:spMkLst>
        </pc:spChg>
      </pc:sldChg>
    </pc:docChg>
  </pc:docChgLst>
  <pc:docChgLst>
    <pc:chgData name="GOUJON William" userId="S::william.goujon@etu.univ-amu.fr::6f053fdb-9411-4c62-8955-6efd53baaf54" providerId="AD" clId="Web-{62988239-1936-B478-0272-8AB157F73FB9}"/>
    <pc:docChg chg="modSld">
      <pc:chgData name="GOUJON William" userId="S::william.goujon@etu.univ-amu.fr::6f053fdb-9411-4c62-8955-6efd53baaf54" providerId="AD" clId="Web-{62988239-1936-B478-0272-8AB157F73FB9}" dt="2022-06-02T19:41:37.611" v="9" actId="20577"/>
      <pc:docMkLst>
        <pc:docMk/>
      </pc:docMkLst>
      <pc:sldChg chg="modSp">
        <pc:chgData name="GOUJON William" userId="S::william.goujon@etu.univ-amu.fr::6f053fdb-9411-4c62-8955-6efd53baaf54" providerId="AD" clId="Web-{62988239-1936-B478-0272-8AB157F73FB9}" dt="2022-06-02T19:41:37.611" v="9" actId="20577"/>
        <pc:sldMkLst>
          <pc:docMk/>
          <pc:sldMk cId="4155782525" sldId="262"/>
        </pc:sldMkLst>
        <pc:spChg chg="mod">
          <ac:chgData name="GOUJON William" userId="S::william.goujon@etu.univ-amu.fr::6f053fdb-9411-4c62-8955-6efd53baaf54" providerId="AD" clId="Web-{62988239-1936-B478-0272-8AB157F73FB9}" dt="2022-06-02T19:41:20.657" v="1" actId="20577"/>
          <ac:spMkLst>
            <pc:docMk/>
            <pc:sldMk cId="4155782525" sldId="262"/>
            <ac:spMk id="2" creationId="{00000000-0000-0000-0000-000000000000}"/>
          </ac:spMkLst>
        </pc:spChg>
        <pc:graphicFrameChg chg="modGraphic">
          <ac:chgData name="GOUJON William" userId="S::william.goujon@etu.univ-amu.fr::6f053fdb-9411-4c62-8955-6efd53baaf54" providerId="AD" clId="Web-{62988239-1936-B478-0272-8AB157F73FB9}" dt="2022-06-02T19:41:37.611" v="9" actId="20577"/>
          <ac:graphicFrameMkLst>
            <pc:docMk/>
            <pc:sldMk cId="4155782525" sldId="262"/>
            <ac:graphicFrameMk id="76" creationId="{8DD6CCA8-DCD0-6068-4343-4795F10E6E40}"/>
          </ac:graphicFrameMkLst>
        </pc:graphicFrameChg>
      </pc:sldChg>
    </pc:docChg>
  </pc:docChgLst>
  <pc:docChgLst>
    <pc:chgData name="SAADI Nils" userId="S::nils.saadi@etu.univ-amu.fr::17d47c42-9be1-48da-aa78-cb737ab52202" providerId="AD" clId="Web-{FBC57989-00C4-4080-9D7E-28F5B01E2AC9}"/>
    <pc:docChg chg="mod addSld modSld addMainMaster delMainMaster modMainMaster">
      <pc:chgData name="SAADI Nils" userId="S::nils.saadi@etu.univ-amu.fr::17d47c42-9be1-48da-aa78-cb737ab52202" providerId="AD" clId="Web-{FBC57989-00C4-4080-9D7E-28F5B01E2AC9}" dt="2022-06-02T17:26:01.355" v="80"/>
      <pc:docMkLst>
        <pc:docMk/>
      </pc:docMkLst>
      <pc:sldChg chg="addSp delSp modSp mod setBg modClrScheme chgLayout">
        <pc:chgData name="SAADI Nils" userId="S::nils.saadi@etu.univ-amu.fr::17d47c42-9be1-48da-aa78-cb737ab52202" providerId="AD" clId="Web-{FBC57989-00C4-4080-9D7E-28F5B01E2AC9}" dt="2022-06-02T17:26:01.355" v="80"/>
        <pc:sldMkLst>
          <pc:docMk/>
          <pc:sldMk cId="3784089036" sldId="256"/>
        </pc:sldMkLst>
        <pc:spChg chg="mod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3" creationId="{00000000-0000-0000-0000-000000000000}"/>
          </ac:spMkLst>
        </pc:spChg>
        <pc:spChg chg="add del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9" creationId="{36F292AA-C8DB-4CAA-97C9-456CF8540690}"/>
          </ac:spMkLst>
        </pc:spChg>
        <pc:spChg chg="add del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11" creationId="{AA065953-3D69-4CD4-80C3-DF10DEB4C761}"/>
          </ac:spMkLst>
        </pc:spChg>
        <pc:spChg chg="add del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13" creationId="{2AB36DB5-F10D-4EDB-87E2-ECB9301FFC62}"/>
          </ac:spMkLst>
        </pc:spChg>
        <pc:spChg chg="add del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15" creationId="{446F195D-95DC-419E-BBC1-E2B601A6067B}"/>
          </ac:spMkLst>
        </pc:spChg>
        <pc:spChg chg="add del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17" creationId="{2256CF5B-1DAD-4912-86B9-FCA733692FED}"/>
          </ac:spMkLst>
        </pc:spChg>
        <pc:spChg chg="add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23" creationId="{4D896123-1B32-4CB1-B2ED-E34BBC26B423}"/>
          </ac:spMkLst>
        </pc:spChg>
        <pc:spChg chg="add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784089036" sldId="256"/>
            <ac:spMk id="25" creationId="{019FDB4D-987D-4C87-A179-9D4616AB2455}"/>
          </ac:spMkLst>
        </pc:spChg>
        <pc:picChg chg="add mod">
          <ac:chgData name="SAADI Nils" userId="S::nils.saadi@etu.univ-amu.fr::17d47c42-9be1-48da-aa78-cb737ab52202" providerId="AD" clId="Web-{FBC57989-00C4-4080-9D7E-28F5B01E2AC9}" dt="2022-06-02T17:26:01.355" v="80"/>
          <ac:picMkLst>
            <pc:docMk/>
            <pc:sldMk cId="3784089036" sldId="256"/>
            <ac:picMk id="4" creationId="{CDD94768-C0E2-2609-58E8-99F5D87661D0}"/>
          </ac:picMkLst>
        </pc:picChg>
      </pc:sldChg>
      <pc:sldChg chg="addSp modSp new mod setBg">
        <pc:chgData name="SAADI Nils" userId="S::nils.saadi@etu.univ-amu.fr::17d47c42-9be1-48da-aa78-cb737ab52202" providerId="AD" clId="Web-{FBC57989-00C4-4080-9D7E-28F5B01E2AC9}" dt="2022-06-02T17:26:01.355" v="80"/>
        <pc:sldMkLst>
          <pc:docMk/>
          <pc:sldMk cId="3968850152" sldId="257"/>
        </pc:sldMkLst>
        <pc:spChg chg="mod">
          <ac:chgData name="SAADI Nils" userId="S::nils.saadi@etu.univ-amu.fr::17d47c42-9be1-48da-aa78-cb737ab52202" providerId="AD" clId="Web-{FBC57989-00C4-4080-9D7E-28F5B01E2AC9}" dt="2022-06-02T17:22:43.585" v="29" actId="20577"/>
          <ac:spMkLst>
            <pc:docMk/>
            <pc:sldMk cId="3968850152" sldId="257"/>
            <ac:spMk id="2" creationId="{B93996F1-B695-12F6-D0D7-F947CC15AB57}"/>
          </ac:spMkLst>
        </pc:spChg>
        <pc:spChg chg="mod">
          <ac:chgData name="SAADI Nils" userId="S::nils.saadi@etu.univ-amu.fr::17d47c42-9be1-48da-aa78-cb737ab52202" providerId="AD" clId="Web-{FBC57989-00C4-4080-9D7E-28F5B01E2AC9}" dt="2022-06-02T17:26:01.355" v="80"/>
          <ac:spMkLst>
            <pc:docMk/>
            <pc:sldMk cId="3968850152" sldId="257"/>
            <ac:spMk id="3" creationId="{D0E0DE37-8E61-CBE4-04EA-820F779BD4BD}"/>
          </ac:spMkLst>
        </pc:spChg>
        <pc:spChg chg="add">
          <ac:chgData name="SAADI Nils" userId="S::nils.saadi@etu.univ-amu.fr::17d47c42-9be1-48da-aa78-cb737ab52202" providerId="AD" clId="Web-{FBC57989-00C4-4080-9D7E-28F5B01E2AC9}" dt="2022-06-02T17:22:38.756" v="27"/>
          <ac:spMkLst>
            <pc:docMk/>
            <pc:sldMk cId="3968850152" sldId="257"/>
            <ac:spMk id="8" creationId="{813A4003-1875-46E3-BBC1-9CF42E1331C2}"/>
          </ac:spMkLst>
        </pc:spChg>
        <pc:spChg chg="add">
          <ac:chgData name="SAADI Nils" userId="S::nils.saadi@etu.univ-amu.fr::17d47c42-9be1-48da-aa78-cb737ab52202" providerId="AD" clId="Web-{FBC57989-00C4-4080-9D7E-28F5B01E2AC9}" dt="2022-06-02T17:22:38.756" v="27"/>
          <ac:spMkLst>
            <pc:docMk/>
            <pc:sldMk cId="3968850152" sldId="257"/>
            <ac:spMk id="10" creationId="{ACDECF1C-4B20-4CD9-90C7-F85AAB3317B9}"/>
          </ac:spMkLst>
        </pc:spChg>
        <pc:spChg chg="add">
          <ac:chgData name="SAADI Nils" userId="S::nils.saadi@etu.univ-amu.fr::17d47c42-9be1-48da-aa78-cb737ab52202" providerId="AD" clId="Web-{FBC57989-00C4-4080-9D7E-28F5B01E2AC9}" dt="2022-06-02T17:22:38.756" v="27"/>
          <ac:spMkLst>
            <pc:docMk/>
            <pc:sldMk cId="3968850152" sldId="257"/>
            <ac:spMk id="12" creationId="{7CB46BEC-0E77-41F0-A7D5-D5B40D225581}"/>
          </ac:spMkLst>
        </pc:spChg>
        <pc:spChg chg="add">
          <ac:chgData name="SAADI Nils" userId="S::nils.saadi@etu.univ-amu.fr::17d47c42-9be1-48da-aa78-cb737ab52202" providerId="AD" clId="Web-{FBC57989-00C4-4080-9D7E-28F5B01E2AC9}" dt="2022-06-02T17:22:38.756" v="27"/>
          <ac:spMkLst>
            <pc:docMk/>
            <pc:sldMk cId="3968850152" sldId="257"/>
            <ac:spMk id="14" creationId="{B84D73B4-F569-4D64-BA77-14454E09F6BB}"/>
          </ac:spMkLst>
        </pc:spChg>
        <pc:spChg chg="add">
          <ac:chgData name="SAADI Nils" userId="S::nils.saadi@etu.univ-amu.fr::17d47c42-9be1-48da-aa78-cb737ab52202" providerId="AD" clId="Web-{FBC57989-00C4-4080-9D7E-28F5B01E2AC9}" dt="2022-06-02T17:22:38.756" v="27"/>
          <ac:spMkLst>
            <pc:docMk/>
            <pc:sldMk cId="3968850152" sldId="257"/>
            <ac:spMk id="16" creationId="{AD437E30-AED3-4732-B13B-17D277D8DF64}"/>
          </ac:spMkLst>
        </pc:spChg>
      </pc:sldChg>
      <pc:sldChg chg="add">
        <pc:chgData name="SAADI Nils" userId="S::nils.saadi@etu.univ-amu.fr::17d47c42-9be1-48da-aa78-cb737ab52202" providerId="AD" clId="Web-{FBC57989-00C4-4080-9D7E-28F5B01E2AC9}" dt="2022-06-02T17:26:01.355" v="80"/>
        <pc:sldMkLst>
          <pc:docMk/>
          <pc:sldMk cId="3116796745" sldId="260"/>
        </pc:sldMkLst>
      </pc:sldChg>
      <pc:sldChg chg="add">
        <pc:chgData name="SAADI Nils" userId="S::nils.saadi@etu.univ-amu.fr::17d47c42-9be1-48da-aa78-cb737ab52202" providerId="AD" clId="Web-{FBC57989-00C4-4080-9D7E-28F5B01E2AC9}" dt="2022-06-02T17:26:01.355" v="80"/>
        <pc:sldMkLst>
          <pc:docMk/>
          <pc:sldMk cId="2403104770" sldId="261"/>
        </pc:sldMkLst>
      </pc:sldChg>
      <pc:sldChg chg="add">
        <pc:chgData name="SAADI Nils" userId="S::nils.saadi@etu.univ-amu.fr::17d47c42-9be1-48da-aa78-cb737ab52202" providerId="AD" clId="Web-{FBC57989-00C4-4080-9D7E-28F5B01E2AC9}" dt="2022-06-02T17:26:01.355" v="80"/>
        <pc:sldMkLst>
          <pc:docMk/>
          <pc:sldMk cId="4155782525" sldId="262"/>
        </pc:sldMkLst>
      </pc:sldChg>
      <pc:sldMasterChg chg="del delSldLayout">
        <pc:chgData name="SAADI Nils" userId="S::nils.saadi@etu.univ-amu.fr::17d47c42-9be1-48da-aa78-cb737ab52202" providerId="AD" clId="Web-{FBC57989-00C4-4080-9D7E-28F5B01E2AC9}" dt="2022-06-02T17:21:52.240" v="4"/>
        <pc:sldMasterMkLst>
          <pc:docMk/>
          <pc:sldMasterMk cId="3071127875" sldId="2147483648"/>
        </pc:sldMasterMkLst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3310491181" sldId="2147483649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3841795644" sldId="2147483650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3466923455" sldId="2147483651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3747632232" sldId="2147483652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2611866596" sldId="2147483653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3395854097" sldId="2147483654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4040201302" sldId="2147483655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2706407263" sldId="2147483656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1610903340" sldId="2147483657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4172787210" sldId="2147483658"/>
          </pc:sldLayoutMkLst>
        </pc:sldLayoutChg>
        <pc:sldLayoutChg chg="del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3071127875" sldId="2147483648"/>
            <pc:sldLayoutMk cId="1902177510" sldId="2147483659"/>
          </pc:sldLayoutMkLst>
        </pc:sldLayoutChg>
      </pc:sldMasterChg>
      <pc:sldMasterChg chg="add replId addSldLayout modSldLayout">
        <pc:chgData name="SAADI Nils" userId="S::nils.saadi@etu.univ-amu.fr::17d47c42-9be1-48da-aa78-cb737ab52202" providerId="AD" clId="Web-{FBC57989-00C4-4080-9D7E-28F5B01E2AC9}" dt="2022-06-02T17:26:01.339" v="79"/>
        <pc:sldMasterMkLst>
          <pc:docMk/>
          <pc:sldMasterMk cId="4030332732" sldId="2147483649"/>
        </pc:sldMasterMkLst>
        <pc:sldLayoutChg chg="add replId">
          <pc:chgData name="SAADI Nils" userId="S::nils.saadi@etu.univ-amu.fr::17d47c42-9be1-48da-aa78-cb737ab52202" providerId="AD" clId="Web-{FBC57989-00C4-4080-9D7E-28F5B01E2AC9}" dt="2022-06-02T17:26:01.339" v="79"/>
          <pc:sldLayoutMkLst>
            <pc:docMk/>
            <pc:sldMasterMk cId="4030332732" sldId="2147483649"/>
            <pc:sldLayoutMk cId="1012069450" sldId="2147483654"/>
          </pc:sldLayoutMkLst>
        </pc:sldLayoutChg>
        <pc:sldLayoutChg chg="add replId">
          <pc:chgData name="SAADI Nils" userId="S::nils.saadi@etu.univ-amu.fr::17d47c42-9be1-48da-aa78-cb737ab52202" providerId="AD" clId="Web-{FBC57989-00C4-4080-9D7E-28F5B01E2AC9}" dt="2022-06-02T17:26:01.339" v="79"/>
          <pc:sldLayoutMkLst>
            <pc:docMk/>
            <pc:sldMasterMk cId="4030332732" sldId="2147483649"/>
            <pc:sldLayoutMk cId="1430191015" sldId="2147483655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2915235227" sldId="2147483701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3354946013" sldId="2147483702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2067479607" sldId="2147483703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4176796683" sldId="2147483704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1898382291" sldId="2147483705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726240025" sldId="2147483706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695587856" sldId="2147483707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1181448504" sldId="2147483708"/>
          </pc:sldLayoutMkLst>
        </pc:sldLayoutChg>
        <pc:sldLayoutChg chg="add">
          <pc:chgData name="SAADI Nils" userId="S::nils.saadi@etu.univ-amu.fr::17d47c42-9be1-48da-aa78-cb737ab52202" providerId="AD" clId="Web-{FBC57989-00C4-4080-9D7E-28F5B01E2AC9}" dt="2022-06-02T17:21:52.240" v="4"/>
          <pc:sldLayoutMkLst>
            <pc:docMk/>
            <pc:sldMasterMk cId="4030332732" sldId="2147483649"/>
            <pc:sldLayoutMk cId="4087521512" sldId="2147483711"/>
          </pc:sldLayoutMkLst>
        </pc:sldLayoutChg>
      </pc:sldMasterChg>
    </pc:docChg>
  </pc:docChgLst>
  <pc:docChgLst>
    <pc:chgData name="SAADI Nils" userId="S::nils.saadi@etu.univ-amu.fr::17d47c42-9be1-48da-aa78-cb737ab52202" providerId="AD" clId="Web-{ACF088C9-FDCD-460F-8761-A27490C175E2}"/>
    <pc:docChg chg="modSld">
      <pc:chgData name="SAADI Nils" userId="S::nils.saadi@etu.univ-amu.fr::17d47c42-9be1-48da-aa78-cb737ab52202" providerId="AD" clId="Web-{ACF088C9-FDCD-460F-8761-A27490C175E2}" dt="2022-06-04T16:36:19.791" v="17"/>
      <pc:docMkLst>
        <pc:docMk/>
      </pc:docMkLst>
      <pc:sldChg chg="addAnim modAnim">
        <pc:chgData name="SAADI Nils" userId="S::nils.saadi@etu.univ-amu.fr::17d47c42-9be1-48da-aa78-cb737ab52202" providerId="AD" clId="Web-{ACF088C9-FDCD-460F-8761-A27490C175E2}" dt="2022-06-04T16:35:43.603" v="11"/>
        <pc:sldMkLst>
          <pc:docMk/>
          <pc:sldMk cId="3116796745" sldId="260"/>
        </pc:sldMkLst>
      </pc:sldChg>
      <pc:sldChg chg="addAnim delAnim modAnim">
        <pc:chgData name="SAADI Nils" userId="S::nils.saadi@etu.univ-amu.fr::17d47c42-9be1-48da-aa78-cb737ab52202" providerId="AD" clId="Web-{ACF088C9-FDCD-460F-8761-A27490C175E2}" dt="2022-06-04T16:36:10.072" v="14"/>
        <pc:sldMkLst>
          <pc:docMk/>
          <pc:sldMk cId="2403104770" sldId="261"/>
        </pc:sldMkLst>
      </pc:sldChg>
      <pc:sldChg chg="addAnim delAnim modAnim">
        <pc:chgData name="SAADI Nils" userId="S::nils.saadi@etu.univ-amu.fr::17d47c42-9be1-48da-aa78-cb737ab52202" providerId="AD" clId="Web-{ACF088C9-FDCD-460F-8761-A27490C175E2}" dt="2022-06-04T16:36:19.791" v="17"/>
        <pc:sldMkLst>
          <pc:docMk/>
          <pc:sldMk cId="3799649226" sldId="266"/>
        </pc:sldMkLst>
      </pc:sldChg>
    </pc:docChg>
  </pc:docChgLst>
  <pc:docChgLst>
    <pc:chgData name="GOUJON William" userId="S::william.goujon@etu.univ-amu.fr::6f053fdb-9411-4c62-8955-6efd53baaf54" providerId="AD" clId="Web-{3864FE3C-E74D-2120-C22E-9776F35EFD6A}"/>
    <pc:docChg chg="modSld">
      <pc:chgData name="GOUJON William" userId="S::william.goujon@etu.univ-amu.fr::6f053fdb-9411-4c62-8955-6efd53baaf54" providerId="AD" clId="Web-{3864FE3C-E74D-2120-C22E-9776F35EFD6A}" dt="2022-06-03T06:22:12.142" v="3" actId="20577"/>
      <pc:docMkLst>
        <pc:docMk/>
      </pc:docMkLst>
      <pc:sldChg chg="modSp">
        <pc:chgData name="GOUJON William" userId="S::william.goujon@etu.univ-amu.fr::6f053fdb-9411-4c62-8955-6efd53baaf54" providerId="AD" clId="Web-{3864FE3C-E74D-2120-C22E-9776F35EFD6A}" dt="2022-06-03T06:22:12.142" v="3" actId="20577"/>
        <pc:sldMkLst>
          <pc:docMk/>
          <pc:sldMk cId="3968850152" sldId="257"/>
        </pc:sldMkLst>
        <pc:spChg chg="mod">
          <ac:chgData name="GOUJON William" userId="S::william.goujon@etu.univ-amu.fr::6f053fdb-9411-4c62-8955-6efd53baaf54" providerId="AD" clId="Web-{3864FE3C-E74D-2120-C22E-9776F35EFD6A}" dt="2022-06-03T06:22:12.142" v="3" actId="20577"/>
          <ac:spMkLst>
            <pc:docMk/>
            <pc:sldMk cId="3968850152" sldId="257"/>
            <ac:spMk id="3" creationId="{D0E0DE37-8E61-CBE4-04EA-820F779BD4BD}"/>
          </ac:spMkLst>
        </pc:spChg>
      </pc:sldChg>
    </pc:docChg>
  </pc:docChgLst>
  <pc:docChgLst>
    <pc:chgData name="VALLS Marion" userId="S::marion.valls@etu.univ-amu.fr::37806a72-39d7-4237-b5a4-6acf0526ae07" providerId="AD" clId="Web-{0BBF0990-C33A-78BD-2501-4BF1E6DA9994}"/>
    <pc:docChg chg="addSld delSld modSld sldOrd">
      <pc:chgData name="VALLS Marion" userId="S::marion.valls@etu.univ-amu.fr::37806a72-39d7-4237-b5a4-6acf0526ae07" providerId="AD" clId="Web-{0BBF0990-C33A-78BD-2501-4BF1E6DA9994}" dt="2022-06-04T16:17:04.847" v="295" actId="14100"/>
      <pc:docMkLst>
        <pc:docMk/>
      </pc:docMkLst>
      <pc:sldChg chg="modSp">
        <pc:chgData name="VALLS Marion" userId="S::marion.valls@etu.univ-amu.fr::37806a72-39d7-4237-b5a4-6acf0526ae07" providerId="AD" clId="Web-{0BBF0990-C33A-78BD-2501-4BF1E6DA9994}" dt="2022-06-04T16:15:27.985" v="266" actId="20577"/>
        <pc:sldMkLst>
          <pc:docMk/>
          <pc:sldMk cId="3116796745" sldId="260"/>
        </pc:sldMkLst>
        <pc:spChg chg="mod">
          <ac:chgData name="VALLS Marion" userId="S::marion.valls@etu.univ-amu.fr::37806a72-39d7-4237-b5a4-6acf0526ae07" providerId="AD" clId="Web-{0BBF0990-C33A-78BD-2501-4BF1E6DA9994}" dt="2022-06-04T16:15:27.985" v="266" actId="20577"/>
          <ac:spMkLst>
            <pc:docMk/>
            <pc:sldMk cId="3116796745" sldId="260"/>
            <ac:spMk id="7" creationId="{7C652E47-9C01-85E9-17F6-513CBF347C5E}"/>
          </ac:spMkLst>
        </pc:spChg>
      </pc:sldChg>
      <pc:sldChg chg="modSp">
        <pc:chgData name="VALLS Marion" userId="S::marion.valls@etu.univ-amu.fr::37806a72-39d7-4237-b5a4-6acf0526ae07" providerId="AD" clId="Web-{0BBF0990-C33A-78BD-2501-4BF1E6DA9994}" dt="2022-06-04T16:16:03.501" v="272" actId="20577"/>
        <pc:sldMkLst>
          <pc:docMk/>
          <pc:sldMk cId="3096629019" sldId="265"/>
        </pc:sldMkLst>
        <pc:spChg chg="mod">
          <ac:chgData name="VALLS Marion" userId="S::marion.valls@etu.univ-amu.fr::37806a72-39d7-4237-b5a4-6acf0526ae07" providerId="AD" clId="Web-{0BBF0990-C33A-78BD-2501-4BF1E6DA9994}" dt="2022-06-04T16:16:03.501" v="272" actId="20577"/>
          <ac:spMkLst>
            <pc:docMk/>
            <pc:sldMk cId="3096629019" sldId="265"/>
            <ac:spMk id="180" creationId="{B60DBAFC-50DC-3C99-5A8E-9B79B808F4B5}"/>
          </ac:spMkLst>
        </pc:spChg>
        <pc:spChg chg="mod">
          <ac:chgData name="VALLS Marion" userId="S::marion.valls@etu.univ-amu.fr::37806a72-39d7-4237-b5a4-6acf0526ae07" providerId="AD" clId="Web-{0BBF0990-C33A-78BD-2501-4BF1E6DA9994}" dt="2022-06-04T16:15:52.111" v="269" actId="20577"/>
          <ac:spMkLst>
            <pc:docMk/>
            <pc:sldMk cId="3096629019" sldId="265"/>
            <ac:spMk id="181" creationId="{F1FE8842-7556-F8A1-572C-62EE8CAE373B}"/>
          </ac:spMkLst>
        </pc:spChg>
      </pc:sldChg>
      <pc:sldChg chg="addSp delSp modSp add replId">
        <pc:chgData name="VALLS Marion" userId="S::marion.valls@etu.univ-amu.fr::37806a72-39d7-4237-b5a4-6acf0526ae07" providerId="AD" clId="Web-{0BBF0990-C33A-78BD-2501-4BF1E6DA9994}" dt="2022-06-04T16:12:01.823" v="195" actId="20577"/>
        <pc:sldMkLst>
          <pc:docMk/>
          <pc:sldMk cId="1366640354" sldId="267"/>
        </pc:sldMkLst>
        <pc:spChg chg="mod">
          <ac:chgData name="VALLS Marion" userId="S::marion.valls@etu.univ-amu.fr::37806a72-39d7-4237-b5a4-6acf0526ae07" providerId="AD" clId="Web-{0BBF0990-C33A-78BD-2501-4BF1E6DA9994}" dt="2022-06-04T16:12:01.823" v="195" actId="20577"/>
          <ac:spMkLst>
            <pc:docMk/>
            <pc:sldMk cId="1366640354" sldId="267"/>
            <ac:spMk id="2" creationId="{56FA7BA4-D4FC-262D-EE68-2B9B13167CA5}"/>
          </ac:spMkLst>
        </pc:spChg>
        <pc:spChg chg="add del mod">
          <ac:chgData name="VALLS Marion" userId="S::marion.valls@etu.univ-amu.fr::37806a72-39d7-4237-b5a4-6acf0526ae07" providerId="AD" clId="Web-{0BBF0990-C33A-78BD-2501-4BF1E6DA9994}" dt="2022-06-04T16:02:38.434" v="6"/>
          <ac:spMkLst>
            <pc:docMk/>
            <pc:sldMk cId="1366640354" sldId="267"/>
            <ac:spMk id="12" creationId="{B99D5F6C-2B1A-51F8-2F69-3928FA6BA0C4}"/>
          </ac:spMkLst>
        </pc:spChg>
        <pc:spChg chg="mod">
          <ac:chgData name="VALLS Marion" userId="S::marion.valls@etu.univ-amu.fr::37806a72-39d7-4237-b5a4-6acf0526ae07" providerId="AD" clId="Web-{0BBF0990-C33A-78BD-2501-4BF1E6DA9994}" dt="2022-06-04T16:05:44.862" v="70" actId="14100"/>
          <ac:spMkLst>
            <pc:docMk/>
            <pc:sldMk cId="1366640354" sldId="267"/>
            <ac:spMk id="180" creationId="{B60DBAFC-50DC-3C99-5A8E-9B79B808F4B5}"/>
          </ac:spMkLst>
        </pc:spChg>
        <pc:spChg chg="del">
          <ac:chgData name="VALLS Marion" userId="S::marion.valls@etu.univ-amu.fr::37806a72-39d7-4237-b5a4-6acf0526ae07" providerId="AD" clId="Web-{0BBF0990-C33A-78BD-2501-4BF1E6DA9994}" dt="2022-06-04T16:02:40.059" v="7"/>
          <ac:spMkLst>
            <pc:docMk/>
            <pc:sldMk cId="1366640354" sldId="267"/>
            <ac:spMk id="181" creationId="{F1FE8842-7556-F8A1-572C-62EE8CAE373B}"/>
          </ac:spMkLst>
        </pc:spChg>
        <pc:graphicFrameChg chg="del">
          <ac:chgData name="VALLS Marion" userId="S::marion.valls@etu.univ-amu.fr::37806a72-39d7-4237-b5a4-6acf0526ae07" providerId="AD" clId="Web-{0BBF0990-C33A-78BD-2501-4BF1E6DA9994}" dt="2022-06-04T16:02:29.090" v="3"/>
          <ac:graphicFrameMkLst>
            <pc:docMk/>
            <pc:sldMk cId="1366640354" sldId="267"/>
            <ac:graphicFrameMk id="5" creationId="{B4A50203-E3D6-621D-6AB8-557F50A2C1CC}"/>
          </ac:graphicFrameMkLst>
        </pc:graphicFrameChg>
        <pc:picChg chg="add mod">
          <ac:chgData name="VALLS Marion" userId="S::marion.valls@etu.univ-amu.fr::37806a72-39d7-4237-b5a4-6acf0526ae07" providerId="AD" clId="Web-{0BBF0990-C33A-78BD-2501-4BF1E6DA9994}" dt="2022-06-04T16:06:08.941" v="73" actId="1076"/>
          <ac:picMkLst>
            <pc:docMk/>
            <pc:sldMk cId="1366640354" sldId="267"/>
            <ac:picMk id="13" creationId="{B46DBD39-CFE9-3788-08A8-27C7576C88B6}"/>
          </ac:picMkLst>
        </pc:picChg>
        <pc:picChg chg="add mod">
          <ac:chgData name="VALLS Marion" userId="S::marion.valls@etu.univ-amu.fr::37806a72-39d7-4237-b5a4-6acf0526ae07" providerId="AD" clId="Web-{0BBF0990-C33A-78BD-2501-4BF1E6DA9994}" dt="2022-06-04T16:06:09.238" v="74" actId="1076"/>
          <ac:picMkLst>
            <pc:docMk/>
            <pc:sldMk cId="1366640354" sldId="267"/>
            <ac:picMk id="14" creationId="{DAC2D964-5B9C-768C-E254-0F79CF791F55}"/>
          </ac:picMkLst>
        </pc:picChg>
        <pc:picChg chg="add mod">
          <ac:chgData name="VALLS Marion" userId="S::marion.valls@etu.univ-amu.fr::37806a72-39d7-4237-b5a4-6acf0526ae07" providerId="AD" clId="Web-{0BBF0990-C33A-78BD-2501-4BF1E6DA9994}" dt="2022-06-04T16:06:12.050" v="75" actId="1076"/>
          <ac:picMkLst>
            <pc:docMk/>
            <pc:sldMk cId="1366640354" sldId="267"/>
            <ac:picMk id="15" creationId="{74E66956-432A-A134-BB83-4116436485B3}"/>
          </ac:picMkLst>
        </pc:picChg>
        <pc:picChg chg="add mod">
          <ac:chgData name="VALLS Marion" userId="S::marion.valls@etu.univ-amu.fr::37806a72-39d7-4237-b5a4-6acf0526ae07" providerId="AD" clId="Web-{0BBF0990-C33A-78BD-2501-4BF1E6DA9994}" dt="2022-06-04T16:05:53.690" v="72" actId="1076"/>
          <ac:picMkLst>
            <pc:docMk/>
            <pc:sldMk cId="1366640354" sldId="267"/>
            <ac:picMk id="16" creationId="{0DBBB55C-3C4A-3BA0-5528-029D3859B607}"/>
          </ac:picMkLst>
        </pc:picChg>
      </pc:sldChg>
      <pc:sldChg chg="add del replId">
        <pc:chgData name="VALLS Marion" userId="S::marion.valls@etu.univ-amu.fr::37806a72-39d7-4237-b5a4-6acf0526ae07" providerId="AD" clId="Web-{0BBF0990-C33A-78BD-2501-4BF1E6DA9994}" dt="2022-06-04T16:02:15.559" v="1"/>
        <pc:sldMkLst>
          <pc:docMk/>
          <pc:sldMk cId="2642341252" sldId="267"/>
        </pc:sldMkLst>
      </pc:sldChg>
      <pc:sldChg chg="addSp delSp modSp add replId">
        <pc:chgData name="VALLS Marion" userId="S::marion.valls@etu.univ-amu.fr::37806a72-39d7-4237-b5a4-6acf0526ae07" providerId="AD" clId="Web-{0BBF0990-C33A-78BD-2501-4BF1E6DA9994}" dt="2022-06-04T16:17:04.847" v="295" actId="14100"/>
        <pc:sldMkLst>
          <pc:docMk/>
          <pc:sldMk cId="651523081" sldId="268"/>
        </pc:sldMkLst>
        <pc:spChg chg="mod">
          <ac:chgData name="VALLS Marion" userId="S::marion.valls@etu.univ-amu.fr::37806a72-39d7-4237-b5a4-6acf0526ae07" providerId="AD" clId="Web-{0BBF0990-C33A-78BD-2501-4BF1E6DA9994}" dt="2022-06-04T16:11:44.386" v="191" actId="20577"/>
          <ac:spMkLst>
            <pc:docMk/>
            <pc:sldMk cId="651523081" sldId="268"/>
            <ac:spMk id="2" creationId="{56FA7BA4-D4FC-262D-EE68-2B9B13167CA5}"/>
          </ac:spMkLst>
        </pc:spChg>
        <pc:spChg chg="add mod">
          <ac:chgData name="VALLS Marion" userId="S::marion.valls@etu.univ-amu.fr::37806a72-39d7-4237-b5a4-6acf0526ae07" providerId="AD" clId="Web-{0BBF0990-C33A-78BD-2501-4BF1E6DA9994}" dt="2022-06-04T16:09:11.492" v="119" actId="20577"/>
          <ac:spMkLst>
            <pc:docMk/>
            <pc:sldMk cId="651523081" sldId="268"/>
            <ac:spMk id="4" creationId="{EE4E6D6D-49A7-6CD8-25C9-57BA235950BA}"/>
          </ac:spMkLst>
        </pc:spChg>
        <pc:spChg chg="add mod">
          <ac:chgData name="VALLS Marion" userId="S::marion.valls@etu.univ-amu.fr::37806a72-39d7-4237-b5a4-6acf0526ae07" providerId="AD" clId="Web-{0BBF0990-C33A-78BD-2501-4BF1E6DA9994}" dt="2022-06-04T16:10:04.258" v="141" actId="20577"/>
          <ac:spMkLst>
            <pc:docMk/>
            <pc:sldMk cId="651523081" sldId="268"/>
            <ac:spMk id="6" creationId="{FF737E2B-6C2C-6422-4470-D71FDFC7174B}"/>
          </ac:spMkLst>
        </pc:spChg>
        <pc:spChg chg="add mod">
          <ac:chgData name="VALLS Marion" userId="S::marion.valls@etu.univ-amu.fr::37806a72-39d7-4237-b5a4-6acf0526ae07" providerId="AD" clId="Web-{0BBF0990-C33A-78BD-2501-4BF1E6DA9994}" dt="2022-06-04T16:10:32.228" v="170" actId="14100"/>
          <ac:spMkLst>
            <pc:docMk/>
            <pc:sldMk cId="651523081" sldId="268"/>
            <ac:spMk id="7" creationId="{34099E20-2336-B729-2ECD-C9890555A989}"/>
          </ac:spMkLst>
        </pc:spChg>
        <pc:spChg chg="add del mod">
          <ac:chgData name="VALLS Marion" userId="S::marion.valls@etu.univ-amu.fr::37806a72-39d7-4237-b5a4-6acf0526ae07" providerId="AD" clId="Web-{0BBF0990-C33A-78BD-2501-4BF1E6DA9994}" dt="2022-06-04T16:17:04.847" v="295" actId="14100"/>
          <ac:spMkLst>
            <pc:docMk/>
            <pc:sldMk cId="651523081" sldId="268"/>
            <ac:spMk id="180" creationId="{B60DBAFC-50DC-3C99-5A8E-9B79B808F4B5}"/>
          </ac:spMkLst>
        </pc:spChg>
        <pc:picChg chg="add mod">
          <ac:chgData name="VALLS Marion" userId="S::marion.valls@etu.univ-amu.fr::37806a72-39d7-4237-b5a4-6acf0526ae07" providerId="AD" clId="Web-{0BBF0990-C33A-78BD-2501-4BF1E6DA9994}" dt="2022-06-04T16:08:08.443" v="88" actId="1076"/>
          <ac:picMkLst>
            <pc:docMk/>
            <pc:sldMk cId="651523081" sldId="268"/>
            <ac:picMk id="3" creationId="{207C1CC3-7DEE-9AE8-341A-9972E499C433}"/>
          </ac:picMkLst>
        </pc:picChg>
        <pc:picChg chg="add mod">
          <ac:chgData name="VALLS Marion" userId="S::marion.valls@etu.univ-amu.fr::37806a72-39d7-4237-b5a4-6acf0526ae07" providerId="AD" clId="Web-{0BBF0990-C33A-78BD-2501-4BF1E6DA9994}" dt="2022-06-04T16:09:29.508" v="122" actId="1076"/>
          <ac:picMkLst>
            <pc:docMk/>
            <pc:sldMk cId="651523081" sldId="268"/>
            <ac:picMk id="5" creationId="{72256701-0C90-0ECC-6792-32BEC79C5F6C}"/>
          </ac:picMkLst>
        </pc:picChg>
        <pc:picChg chg="add mod modCrop">
          <ac:chgData name="VALLS Marion" userId="S::marion.valls@etu.univ-amu.fr::37806a72-39d7-4237-b5a4-6acf0526ae07" providerId="AD" clId="Web-{0BBF0990-C33A-78BD-2501-4BF1E6DA9994}" dt="2022-06-04T16:10:56.291" v="174" actId="1076"/>
          <ac:picMkLst>
            <pc:docMk/>
            <pc:sldMk cId="651523081" sldId="268"/>
            <ac:picMk id="8" creationId="{C7A69555-413F-0F25-7839-F4BEBE36F5BC}"/>
          </ac:picMkLst>
        </pc:picChg>
        <pc:picChg chg="del">
          <ac:chgData name="VALLS Marion" userId="S::marion.valls@etu.univ-amu.fr::37806a72-39d7-4237-b5a4-6acf0526ae07" providerId="AD" clId="Web-{0BBF0990-C33A-78BD-2501-4BF1E6DA9994}" dt="2022-06-04T16:07:08.286" v="81"/>
          <ac:picMkLst>
            <pc:docMk/>
            <pc:sldMk cId="651523081" sldId="268"/>
            <ac:picMk id="13" creationId="{B46DBD39-CFE9-3788-08A8-27C7576C88B6}"/>
          </ac:picMkLst>
        </pc:picChg>
        <pc:picChg chg="del">
          <ac:chgData name="VALLS Marion" userId="S::marion.valls@etu.univ-amu.fr::37806a72-39d7-4237-b5a4-6acf0526ae07" providerId="AD" clId="Web-{0BBF0990-C33A-78BD-2501-4BF1E6DA9994}" dt="2022-06-04T16:07:06.520" v="80"/>
          <ac:picMkLst>
            <pc:docMk/>
            <pc:sldMk cId="651523081" sldId="268"/>
            <ac:picMk id="14" creationId="{DAC2D964-5B9C-768C-E254-0F79CF791F55}"/>
          </ac:picMkLst>
        </pc:picChg>
        <pc:picChg chg="del">
          <ac:chgData name="VALLS Marion" userId="S::marion.valls@etu.univ-amu.fr::37806a72-39d7-4237-b5a4-6acf0526ae07" providerId="AD" clId="Web-{0BBF0990-C33A-78BD-2501-4BF1E6DA9994}" dt="2022-06-04T16:07:10.176" v="82"/>
          <ac:picMkLst>
            <pc:docMk/>
            <pc:sldMk cId="651523081" sldId="268"/>
            <ac:picMk id="15" creationId="{74E66956-432A-A134-BB83-4116436485B3}"/>
          </ac:picMkLst>
        </pc:picChg>
        <pc:picChg chg="del">
          <ac:chgData name="VALLS Marion" userId="S::marion.valls@etu.univ-amu.fr::37806a72-39d7-4237-b5a4-6acf0526ae07" providerId="AD" clId="Web-{0BBF0990-C33A-78BD-2501-4BF1E6DA9994}" dt="2022-06-04T16:07:11.661" v="83"/>
          <ac:picMkLst>
            <pc:docMk/>
            <pc:sldMk cId="651523081" sldId="268"/>
            <ac:picMk id="16" creationId="{0DBBB55C-3C4A-3BA0-5528-029D3859B607}"/>
          </ac:picMkLst>
        </pc:picChg>
      </pc:sldChg>
      <pc:sldChg chg="addSp delSp modSp add ord replId">
        <pc:chgData name="VALLS Marion" userId="S::marion.valls@etu.univ-amu.fr::37806a72-39d7-4237-b5a4-6acf0526ae07" providerId="AD" clId="Web-{0BBF0990-C33A-78BD-2501-4BF1E6DA9994}" dt="2022-06-04T16:14:34.796" v="265" actId="20577"/>
        <pc:sldMkLst>
          <pc:docMk/>
          <pc:sldMk cId="3632950662" sldId="269"/>
        </pc:sldMkLst>
        <pc:spChg chg="mod">
          <ac:chgData name="VALLS Marion" userId="S::marion.valls@etu.univ-amu.fr::37806a72-39d7-4237-b5a4-6acf0526ae07" providerId="AD" clId="Web-{0BBF0990-C33A-78BD-2501-4BF1E6DA9994}" dt="2022-06-04T16:12:17.199" v="198" actId="20577"/>
          <ac:spMkLst>
            <pc:docMk/>
            <pc:sldMk cId="3632950662" sldId="269"/>
            <ac:spMk id="2" creationId="{56FA7BA4-D4FC-262D-EE68-2B9B13167CA5}"/>
          </ac:spMkLst>
        </pc:spChg>
        <pc:spChg chg="add del mod">
          <ac:chgData name="VALLS Marion" userId="S::marion.valls@etu.univ-amu.fr::37806a72-39d7-4237-b5a4-6acf0526ae07" providerId="AD" clId="Web-{0BBF0990-C33A-78BD-2501-4BF1E6DA9994}" dt="2022-06-04T16:12:38.965" v="201"/>
          <ac:spMkLst>
            <pc:docMk/>
            <pc:sldMk cId="3632950662" sldId="269"/>
            <ac:spMk id="12" creationId="{E012F642-7FDA-B1E5-22B9-0C11818E8006}"/>
          </ac:spMkLst>
        </pc:spChg>
        <pc:spChg chg="add mod">
          <ac:chgData name="VALLS Marion" userId="S::marion.valls@etu.univ-amu.fr::37806a72-39d7-4237-b5a4-6acf0526ae07" providerId="AD" clId="Web-{0BBF0990-C33A-78BD-2501-4BF1E6DA9994}" dt="2022-06-04T16:14:34.796" v="265" actId="20577"/>
          <ac:spMkLst>
            <pc:docMk/>
            <pc:sldMk cId="3632950662" sldId="269"/>
            <ac:spMk id="13" creationId="{39C6C5D5-DDB8-3BAB-9310-32361D66A4FB}"/>
          </ac:spMkLst>
        </pc:spChg>
        <pc:spChg chg="mod">
          <ac:chgData name="VALLS Marion" userId="S::marion.valls@etu.univ-amu.fr::37806a72-39d7-4237-b5a4-6acf0526ae07" providerId="AD" clId="Web-{0BBF0990-C33A-78BD-2501-4BF1E6DA9994}" dt="2022-06-04T16:13:18.278" v="232" actId="14100"/>
          <ac:spMkLst>
            <pc:docMk/>
            <pc:sldMk cId="3632950662" sldId="269"/>
            <ac:spMk id="180" creationId="{B60DBAFC-50DC-3C99-5A8E-9B79B808F4B5}"/>
          </ac:spMkLst>
        </pc:spChg>
        <pc:spChg chg="del">
          <ac:chgData name="VALLS Marion" userId="S::marion.valls@etu.univ-amu.fr::37806a72-39d7-4237-b5a4-6acf0526ae07" providerId="AD" clId="Web-{0BBF0990-C33A-78BD-2501-4BF1E6DA9994}" dt="2022-06-04T16:12:41.652" v="202"/>
          <ac:spMkLst>
            <pc:docMk/>
            <pc:sldMk cId="3632950662" sldId="269"/>
            <ac:spMk id="181" creationId="{F1FE8842-7556-F8A1-572C-62EE8CAE373B}"/>
          </ac:spMkLst>
        </pc:spChg>
        <pc:graphicFrameChg chg="del">
          <ac:chgData name="VALLS Marion" userId="S::marion.valls@etu.univ-amu.fr::37806a72-39d7-4237-b5a4-6acf0526ae07" providerId="AD" clId="Web-{0BBF0990-C33A-78BD-2501-4BF1E6DA9994}" dt="2022-06-04T16:12:33.965" v="199"/>
          <ac:graphicFrameMkLst>
            <pc:docMk/>
            <pc:sldMk cId="3632950662" sldId="269"/>
            <ac:graphicFrameMk id="5" creationId="{B4A50203-E3D6-621D-6AB8-557F50A2C1CC}"/>
          </ac:graphicFrameMkLst>
        </pc:graphicFrameChg>
        <pc:picChg chg="add mod">
          <ac:chgData name="VALLS Marion" userId="S::marion.valls@etu.univ-amu.fr::37806a72-39d7-4237-b5a4-6acf0526ae07" providerId="AD" clId="Web-{0BBF0990-C33A-78BD-2501-4BF1E6DA9994}" dt="2022-06-04T16:14:13.717" v="248" actId="1076"/>
          <ac:picMkLst>
            <pc:docMk/>
            <pc:sldMk cId="3632950662" sldId="269"/>
            <ac:picMk id="14" creationId="{9FF67583-86EC-5A4C-5764-197CBA09ECA7}"/>
          </ac:picMkLst>
        </pc:picChg>
      </pc:sldChg>
    </pc:docChg>
  </pc:docChgLst>
  <pc:docChgLst>
    <pc:chgData name="SAADI Nils" userId="S::nils.saadi@etu.univ-amu.fr::17d47c42-9be1-48da-aa78-cb737ab52202" providerId="AD" clId="Web-{96785AD5-4BC1-45C4-9B31-2F00D6B98D49}"/>
    <pc:docChg chg="addSld modSld">
      <pc:chgData name="SAADI Nils" userId="S::nils.saadi@etu.univ-amu.fr::17d47c42-9be1-48da-aa78-cb737ab52202" providerId="AD" clId="Web-{96785AD5-4BC1-45C4-9B31-2F00D6B98D49}" dt="2022-06-02T18:09:42.063" v="610" actId="1076"/>
      <pc:docMkLst>
        <pc:docMk/>
      </pc:docMkLst>
      <pc:sldChg chg="addSp modSp">
        <pc:chgData name="SAADI Nils" userId="S::nils.saadi@etu.univ-amu.fr::17d47c42-9be1-48da-aa78-cb737ab52202" providerId="AD" clId="Web-{96785AD5-4BC1-45C4-9B31-2F00D6B98D49}" dt="2022-06-02T18:09:03.640" v="593" actId="1076"/>
        <pc:sldMkLst>
          <pc:docMk/>
          <pc:sldMk cId="3784089036" sldId="256"/>
        </pc:sldMkLst>
        <pc:spChg chg="mod">
          <ac:chgData name="SAADI Nils" userId="S::nils.saadi@etu.univ-amu.fr::17d47c42-9be1-48da-aa78-cb737ab52202" providerId="AD" clId="Web-{96785AD5-4BC1-45C4-9B31-2F00D6B98D49}" dt="2022-06-02T18:07:47.810" v="568" actId="20577"/>
          <ac:spMkLst>
            <pc:docMk/>
            <pc:sldMk cId="3784089036" sldId="256"/>
            <ac:spMk id="3" creationId="{00000000-0000-0000-0000-000000000000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8:09:03.640" v="593" actId="1076"/>
          <ac:spMkLst>
            <pc:docMk/>
            <pc:sldMk cId="3784089036" sldId="256"/>
            <ac:spMk id="5" creationId="{DEB32E7E-EBA2-09B0-1AE9-AFAB1C68E56A}"/>
          </ac:spMkLst>
        </pc:spChg>
      </pc:sldChg>
      <pc:sldChg chg="addSp delSp modSp">
        <pc:chgData name="SAADI Nils" userId="S::nils.saadi@etu.univ-amu.fr::17d47c42-9be1-48da-aa78-cb737ab52202" providerId="AD" clId="Web-{96785AD5-4BC1-45C4-9B31-2F00D6B98D49}" dt="2022-06-02T17:29:38.329" v="11"/>
        <pc:sldMkLst>
          <pc:docMk/>
          <pc:sldMk cId="3968850152" sldId="257"/>
        </pc:sldMkLst>
        <pc:spChg chg="mod">
          <ac:chgData name="SAADI Nils" userId="S::nils.saadi@etu.univ-amu.fr::17d47c42-9be1-48da-aa78-cb737ab52202" providerId="AD" clId="Web-{96785AD5-4BC1-45C4-9B31-2F00D6B98D49}" dt="2022-06-02T17:29:38.329" v="11"/>
          <ac:spMkLst>
            <pc:docMk/>
            <pc:sldMk cId="3968850152" sldId="257"/>
            <ac:spMk id="2" creationId="{B93996F1-B695-12F6-D0D7-F947CC15AB57}"/>
          </ac:spMkLst>
        </pc:spChg>
        <pc:spChg chg="mod ord">
          <ac:chgData name="SAADI Nils" userId="S::nils.saadi@etu.univ-amu.fr::17d47c42-9be1-48da-aa78-cb737ab52202" providerId="AD" clId="Web-{96785AD5-4BC1-45C4-9B31-2F00D6B98D49}" dt="2022-06-02T17:29:38.329" v="11"/>
          <ac:spMkLst>
            <pc:docMk/>
            <pc:sldMk cId="3968850152" sldId="257"/>
            <ac:spMk id="3" creationId="{D0E0DE37-8E61-CBE4-04EA-820F779BD4BD}"/>
          </ac:spMkLst>
        </pc:spChg>
        <pc:spChg chg="del">
          <ac:chgData name="SAADI Nils" userId="S::nils.saadi@etu.univ-amu.fr::17d47c42-9be1-48da-aa78-cb737ab52202" providerId="AD" clId="Web-{96785AD5-4BC1-45C4-9B31-2F00D6B98D49}" dt="2022-06-02T17:27:49.467" v="0"/>
          <ac:spMkLst>
            <pc:docMk/>
            <pc:sldMk cId="3968850152" sldId="257"/>
            <ac:spMk id="8" creationId="{813A4003-1875-46E3-BBC1-9CF42E1331C2}"/>
          </ac:spMkLst>
        </pc:spChg>
        <pc:spChg chg="del">
          <ac:chgData name="SAADI Nils" userId="S::nils.saadi@etu.univ-amu.fr::17d47c42-9be1-48da-aa78-cb737ab52202" providerId="AD" clId="Web-{96785AD5-4BC1-45C4-9B31-2F00D6B98D49}" dt="2022-06-02T17:27:49.467" v="0"/>
          <ac:spMkLst>
            <pc:docMk/>
            <pc:sldMk cId="3968850152" sldId="257"/>
            <ac:spMk id="10" creationId="{ACDECF1C-4B20-4CD9-90C7-F85AAB3317B9}"/>
          </ac:spMkLst>
        </pc:spChg>
        <pc:spChg chg="del">
          <ac:chgData name="SAADI Nils" userId="S::nils.saadi@etu.univ-amu.fr::17d47c42-9be1-48da-aa78-cb737ab52202" providerId="AD" clId="Web-{96785AD5-4BC1-45C4-9B31-2F00D6B98D49}" dt="2022-06-02T17:27:49.467" v="0"/>
          <ac:spMkLst>
            <pc:docMk/>
            <pc:sldMk cId="3968850152" sldId="257"/>
            <ac:spMk id="12" creationId="{7CB46BEC-0E77-41F0-A7D5-D5B40D225581}"/>
          </ac:spMkLst>
        </pc:spChg>
        <pc:spChg chg="del">
          <ac:chgData name="SAADI Nils" userId="S::nils.saadi@etu.univ-amu.fr::17d47c42-9be1-48da-aa78-cb737ab52202" providerId="AD" clId="Web-{96785AD5-4BC1-45C4-9B31-2F00D6B98D49}" dt="2022-06-02T17:27:49.467" v="0"/>
          <ac:spMkLst>
            <pc:docMk/>
            <pc:sldMk cId="3968850152" sldId="257"/>
            <ac:spMk id="14" creationId="{B84D73B4-F569-4D64-BA77-14454E09F6BB}"/>
          </ac:spMkLst>
        </pc:spChg>
        <pc:spChg chg="del">
          <ac:chgData name="SAADI Nils" userId="S::nils.saadi@etu.univ-amu.fr::17d47c42-9be1-48da-aa78-cb737ab52202" providerId="AD" clId="Web-{96785AD5-4BC1-45C4-9B31-2F00D6B98D49}" dt="2022-06-02T17:27:49.467" v="0"/>
          <ac:spMkLst>
            <pc:docMk/>
            <pc:sldMk cId="3968850152" sldId="257"/>
            <ac:spMk id="16" creationId="{AD437E30-AED3-4732-B13B-17D277D8DF64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29:38.329" v="11"/>
          <ac:spMkLst>
            <pc:docMk/>
            <pc:sldMk cId="3968850152" sldId="257"/>
            <ac:spMk id="22" creationId="{1B15ED52-F352-441B-82BF-E0EA34836D08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29:38.329" v="11"/>
          <ac:spMkLst>
            <pc:docMk/>
            <pc:sldMk cId="3968850152" sldId="257"/>
            <ac:spMk id="24" creationId="{61707E60-CEC9-4661-AA82-69242EB4BDC3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29:38.329" v="11"/>
          <ac:spMkLst>
            <pc:docMk/>
            <pc:sldMk cId="3968850152" sldId="257"/>
            <ac:spMk id="26" creationId="{8F035CD8-AE30-4146-96F2-036B0CE5E4F3}"/>
          </ac:spMkLst>
        </pc:spChg>
        <pc:spChg chg="add">
          <ac:chgData name="SAADI Nils" userId="S::nils.saadi@etu.univ-amu.fr::17d47c42-9be1-48da-aa78-cb737ab52202" providerId="AD" clId="Web-{96785AD5-4BC1-45C4-9B31-2F00D6B98D49}" dt="2022-06-02T17:29:38.329" v="11"/>
          <ac:spMkLst>
            <pc:docMk/>
            <pc:sldMk cId="3968850152" sldId="257"/>
            <ac:spMk id="31" creationId="{ED9D89B5-CCAB-4617-B70E-501DBE3C8437}"/>
          </ac:spMkLst>
        </pc:spChg>
        <pc:spChg chg="add">
          <ac:chgData name="SAADI Nils" userId="S::nils.saadi@etu.univ-amu.fr::17d47c42-9be1-48da-aa78-cb737ab52202" providerId="AD" clId="Web-{96785AD5-4BC1-45C4-9B31-2F00D6B98D49}" dt="2022-06-02T17:29:38.329" v="11"/>
          <ac:spMkLst>
            <pc:docMk/>
            <pc:sldMk cId="3968850152" sldId="257"/>
            <ac:spMk id="33" creationId="{955DEFE8-24AF-47F7-B020-D4D76ABA1830}"/>
          </ac:spMkLst>
        </pc:spChg>
        <pc:spChg chg="add">
          <ac:chgData name="SAADI Nils" userId="S::nils.saadi@etu.univ-amu.fr::17d47c42-9be1-48da-aa78-cb737ab52202" providerId="AD" clId="Web-{96785AD5-4BC1-45C4-9B31-2F00D6B98D49}" dt="2022-06-02T17:29:38.329" v="11"/>
          <ac:spMkLst>
            <pc:docMk/>
            <pc:sldMk cId="3968850152" sldId="257"/>
            <ac:spMk id="35" creationId="{6EAE3873-25FC-4346-B1D5-82E5F9D953ED}"/>
          </ac:spMkLst>
        </pc:spChg>
        <pc:picChg chg="add mod modCrop">
          <ac:chgData name="SAADI Nils" userId="S::nils.saadi@etu.univ-amu.fr::17d47c42-9be1-48da-aa78-cb737ab52202" providerId="AD" clId="Web-{96785AD5-4BC1-45C4-9B31-2F00D6B98D49}" dt="2022-06-02T17:29:38.329" v="11"/>
          <ac:picMkLst>
            <pc:docMk/>
            <pc:sldMk cId="3968850152" sldId="257"/>
            <ac:picMk id="4" creationId="{C553038C-8E8C-A494-850C-EFE120FF5CF6}"/>
          </ac:picMkLst>
        </pc:picChg>
        <pc:picChg chg="add del">
          <ac:chgData name="SAADI Nils" userId="S::nils.saadi@etu.univ-amu.fr::17d47c42-9be1-48da-aa78-cb737ab52202" providerId="AD" clId="Web-{96785AD5-4BC1-45C4-9B31-2F00D6B98D49}" dt="2022-06-02T17:27:52.014" v="1"/>
          <ac:picMkLst>
            <pc:docMk/>
            <pc:sldMk cId="3968850152" sldId="257"/>
            <ac:picMk id="18" creationId="{92F0AFA9-C36C-BFE2-B0F4-9D6C7FF11591}"/>
          </ac:picMkLst>
        </pc:picChg>
      </pc:sldChg>
      <pc:sldChg chg="addSp delSp modSp mod setBg">
        <pc:chgData name="SAADI Nils" userId="S::nils.saadi@etu.univ-amu.fr::17d47c42-9be1-48da-aa78-cb737ab52202" providerId="AD" clId="Web-{96785AD5-4BC1-45C4-9B31-2F00D6B98D49}" dt="2022-06-02T17:39:32.360" v="175"/>
        <pc:sldMkLst>
          <pc:docMk/>
          <pc:sldMk cId="3116796745" sldId="260"/>
        </pc:sldMkLst>
        <pc:spChg chg="mod">
          <ac:chgData name="SAADI Nils" userId="S::nils.saadi@etu.univ-amu.fr::17d47c42-9be1-48da-aa78-cb737ab52202" providerId="AD" clId="Web-{96785AD5-4BC1-45C4-9B31-2F00D6B98D49}" dt="2022-06-02T17:33:31.210" v="66" actId="1076"/>
          <ac:spMkLst>
            <pc:docMk/>
            <pc:sldMk cId="3116796745" sldId="260"/>
            <ac:spMk id="2" creationId="{00000000-0000-0000-0000-000000000000}"/>
          </ac:spMkLst>
        </pc:spChg>
        <pc:spChg chg="del mod">
          <ac:chgData name="SAADI Nils" userId="S::nils.saadi@etu.univ-amu.fr::17d47c42-9be1-48da-aa78-cb737ab52202" providerId="AD" clId="Web-{96785AD5-4BC1-45C4-9B31-2F00D6B98D49}" dt="2022-06-02T17:36:23.871" v="130"/>
          <ac:spMkLst>
            <pc:docMk/>
            <pc:sldMk cId="3116796745" sldId="260"/>
            <ac:spMk id="3" creationId="{00000000-0000-0000-0000-000000000000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7:36:37.496" v="143" actId="1076"/>
          <ac:spMkLst>
            <pc:docMk/>
            <pc:sldMk cId="3116796745" sldId="260"/>
            <ac:spMk id="4" creationId="{40CB9A55-4EB2-AE0C-7896-AB1AF3EDEF7F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32:36.318" v="58"/>
          <ac:spMkLst>
            <pc:docMk/>
            <pc:sldMk cId="3116796745" sldId="260"/>
            <ac:spMk id="5" creationId="{346B66C3-911B-D967-3E41-677A1951AB96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7:36:37.512" v="144" actId="1076"/>
          <ac:spMkLst>
            <pc:docMk/>
            <pc:sldMk cId="3116796745" sldId="260"/>
            <ac:spMk id="6" creationId="{9F1ACF48-F070-1A4F-00B4-2730243F4985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7:36:37.528" v="145" actId="1076"/>
          <ac:spMkLst>
            <pc:docMk/>
            <pc:sldMk cId="3116796745" sldId="260"/>
            <ac:spMk id="7" creationId="{7C652E47-9C01-85E9-17F6-513CBF347C5E}"/>
          </ac:spMkLst>
        </pc:spChg>
        <pc:spChg chg="add">
          <ac:chgData name="SAADI Nils" userId="S::nils.saadi@etu.univ-amu.fr::17d47c42-9be1-48da-aa78-cb737ab52202" providerId="AD" clId="Web-{96785AD5-4BC1-45C4-9B31-2F00D6B98D49}" dt="2022-06-02T17:32:05.052" v="53"/>
          <ac:spMkLst>
            <pc:docMk/>
            <pc:sldMk cId="3116796745" sldId="260"/>
            <ac:spMk id="8" creationId="{45C5CC17-FF17-43CF-B073-D9051465D5CC}"/>
          </ac:spMkLst>
        </pc:spChg>
        <pc:spChg chg="add del mod">
          <ac:chgData name="SAADI Nils" userId="S::nils.saadi@etu.univ-amu.fr::17d47c42-9be1-48da-aa78-cb737ab52202" providerId="AD" clId="Web-{96785AD5-4BC1-45C4-9B31-2F00D6B98D49}" dt="2022-06-02T17:34:25.305" v="87"/>
          <ac:spMkLst>
            <pc:docMk/>
            <pc:sldMk cId="3116796745" sldId="260"/>
            <ac:spMk id="9" creationId="{3D4DDA00-0EC3-B3B0-7977-E412BB12B85D}"/>
          </ac:spMkLst>
        </pc:spChg>
        <pc:spChg chg="add">
          <ac:chgData name="SAADI Nils" userId="S::nils.saadi@etu.univ-amu.fr::17d47c42-9be1-48da-aa78-cb737ab52202" providerId="AD" clId="Web-{96785AD5-4BC1-45C4-9B31-2F00D6B98D49}" dt="2022-06-02T17:32:05.052" v="53"/>
          <ac:spMkLst>
            <pc:docMk/>
            <pc:sldMk cId="3116796745" sldId="260"/>
            <ac:spMk id="10" creationId="{1EBE2DDC-0D14-44E6-A1AB-2EEC09507435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7:36:37.543" v="146" actId="1076"/>
          <ac:spMkLst>
            <pc:docMk/>
            <pc:sldMk cId="3116796745" sldId="260"/>
            <ac:spMk id="11" creationId="{19A0EE9C-CCEC-F837-DAEB-B56DB39E4DBF}"/>
          </ac:spMkLst>
        </pc:spChg>
        <pc:spChg chg="add">
          <ac:chgData name="SAADI Nils" userId="S::nils.saadi@etu.univ-amu.fr::17d47c42-9be1-48da-aa78-cb737ab52202" providerId="AD" clId="Web-{96785AD5-4BC1-45C4-9B31-2F00D6B98D49}" dt="2022-06-02T17:32:05.052" v="53"/>
          <ac:spMkLst>
            <pc:docMk/>
            <pc:sldMk cId="3116796745" sldId="260"/>
            <ac:spMk id="12" creationId="{A8543D98-0AA2-43B4-B508-DC1DB7F3DC9A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7:37:46.029" v="154" actId="1076"/>
          <ac:spMkLst>
            <pc:docMk/>
            <pc:sldMk cId="3116796745" sldId="260"/>
            <ac:spMk id="13" creationId="{1CE2F2F3-27EB-39B8-E88D-1C1FA77203E6}"/>
          </ac:spMkLst>
        </pc:spChg>
        <pc:spChg chg="add">
          <ac:chgData name="SAADI Nils" userId="S::nils.saadi@etu.univ-amu.fr::17d47c42-9be1-48da-aa78-cb737ab52202" providerId="AD" clId="Web-{96785AD5-4BC1-45C4-9B31-2F00D6B98D49}" dt="2022-06-02T17:32:05.052" v="53"/>
          <ac:spMkLst>
            <pc:docMk/>
            <pc:sldMk cId="3116796745" sldId="260"/>
            <ac:spMk id="14" creationId="{89723C1D-9A1A-465B-8164-483BF5426613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7:37:48.076" v="155" actId="1076"/>
          <ac:spMkLst>
            <pc:docMk/>
            <pc:sldMk cId="3116796745" sldId="260"/>
            <ac:spMk id="15" creationId="{490A37D7-E7E3-0C68-2AC4-2A6E37B920CE}"/>
          </ac:spMkLst>
        </pc:spChg>
        <pc:spChg chg="add">
          <ac:chgData name="SAADI Nils" userId="S::nils.saadi@etu.univ-amu.fr::17d47c42-9be1-48da-aa78-cb737ab52202" providerId="AD" clId="Web-{96785AD5-4BC1-45C4-9B31-2F00D6B98D49}" dt="2022-06-02T17:32:05.052" v="53"/>
          <ac:spMkLst>
            <pc:docMk/>
            <pc:sldMk cId="3116796745" sldId="260"/>
            <ac:spMk id="16" creationId="{A6680484-5F73-4078-85C2-415205B1A4C0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7:39:32.360" v="175"/>
          <ac:spMkLst>
            <pc:docMk/>
            <pc:sldMk cId="3116796745" sldId="260"/>
            <ac:spMk id="17" creationId="{9F13F11C-E350-6767-BC14-61754D4F1972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7:39:23.797" v="172"/>
          <ac:spMkLst>
            <pc:docMk/>
            <pc:sldMk cId="3116796745" sldId="260"/>
            <ac:spMk id="18" creationId="{9749B0F5-2958-8780-97F6-395830EAC14A}"/>
          </ac:spMkLst>
        </pc:spChg>
      </pc:sldChg>
      <pc:sldChg chg="addSp delSp modSp mod setBg">
        <pc:chgData name="SAADI Nils" userId="S::nils.saadi@etu.univ-amu.fr::17d47c42-9be1-48da-aa78-cb737ab52202" providerId="AD" clId="Web-{96785AD5-4BC1-45C4-9B31-2F00D6B98D49}" dt="2022-06-02T17:49:50.642" v="283"/>
        <pc:sldMkLst>
          <pc:docMk/>
          <pc:sldMk cId="2403104770" sldId="261"/>
        </pc:sldMkLst>
        <pc:spChg chg="mod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2" creationId="{00000000-0000-0000-0000-000000000000}"/>
          </ac:spMkLst>
        </pc:spChg>
        <pc:spChg chg="del mod">
          <ac:chgData name="SAADI Nils" userId="S::nils.saadi@etu.univ-amu.fr::17d47c42-9be1-48da-aa78-cb737ab52202" providerId="AD" clId="Web-{96785AD5-4BC1-45C4-9B31-2F00D6B98D49}" dt="2022-06-02T17:48:46.187" v="277"/>
          <ac:spMkLst>
            <pc:docMk/>
            <pc:sldMk cId="2403104770" sldId="261"/>
            <ac:spMk id="3" creationId="{00000000-0000-0000-0000-000000000000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9" creationId="{E383CC5D-71E8-4CB2-8E4A-F1E4FF6DC9D6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11" creationId="{E2DA5AC1-43C5-4243-9028-07DBB80D0C95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13" creationId="{8A4EDA1C-27A1-4C83-ACE4-6675EC9245B1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15" creationId="{1C2185E4-B584-4B9D-9440-DEA0FB9D94DF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17" creationId="{FF33EC8A-EE0A-4395-97E2-DAD467CF734C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19" creationId="{FF85DA95-16A4-404E-9BFF-27F8E4FC78AA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24" creationId="{040BF4A1-714C-419E-A19F-578DE93BE02F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26" creationId="{2F91A9BD-D57F-4941-931F-40597AB37017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28" creationId="{C54DB264-9467-4730-B9E9-C9A97DD66920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30" creationId="{BB097F88-2120-47B4-B891-5B28F66BBD4A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9:31.032" v="281"/>
          <ac:spMkLst>
            <pc:docMk/>
            <pc:sldMk cId="2403104770" sldId="261"/>
            <ac:spMk id="32" creationId="{BF9338F5-05AB-4DC5-BD1C-1A9F26C38A7A}"/>
          </ac:spMkLst>
        </pc:spChg>
        <pc:graphicFrameChg chg="add mod modGraphic">
          <ac:chgData name="SAADI Nils" userId="S::nils.saadi@etu.univ-amu.fr::17d47c42-9be1-48da-aa78-cb737ab52202" providerId="AD" clId="Web-{96785AD5-4BC1-45C4-9B31-2F00D6B98D49}" dt="2022-06-02T17:49:50.642" v="283"/>
          <ac:graphicFrameMkLst>
            <pc:docMk/>
            <pc:sldMk cId="2403104770" sldId="261"/>
            <ac:graphicFrameMk id="5" creationId="{DE45A02C-AD3C-308B-6434-476DC41DCC8A}"/>
          </ac:graphicFrameMkLst>
        </pc:graphicFrameChg>
      </pc:sldChg>
      <pc:sldChg chg="addSp delSp modSp mod setBg">
        <pc:chgData name="SAADI Nils" userId="S::nils.saadi@etu.univ-amu.fr::17d47c42-9be1-48da-aa78-cb737ab52202" providerId="AD" clId="Web-{96785AD5-4BC1-45C4-9B31-2F00D6B98D49}" dt="2022-06-02T18:00:16.001" v="447"/>
        <pc:sldMkLst>
          <pc:docMk/>
          <pc:sldMk cId="4155782525" sldId="262"/>
        </pc:sldMkLst>
        <pc:spChg chg="mod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2" creationId="{00000000-0000-0000-0000-000000000000}"/>
          </ac:spMkLst>
        </pc:spChg>
        <pc:spChg chg="del mod">
          <ac:chgData name="SAADI Nils" userId="S::nils.saadi@etu.univ-amu.fr::17d47c42-9be1-48da-aa78-cb737ab52202" providerId="AD" clId="Web-{96785AD5-4BC1-45C4-9B31-2F00D6B98D49}" dt="2022-06-02T17:42:27.021" v="234"/>
          <ac:spMkLst>
            <pc:docMk/>
            <pc:sldMk cId="4155782525" sldId="262"/>
            <ac:spMk id="3" creationId="{00000000-0000-0000-0000-000000000000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6:40.090" v="237"/>
          <ac:spMkLst>
            <pc:docMk/>
            <pc:sldMk cId="4155782525" sldId="262"/>
            <ac:spMk id="9" creationId="{E383CC5D-71E8-4CB2-8E4A-F1E4FF6DC9D6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6:40.090" v="237"/>
          <ac:spMkLst>
            <pc:docMk/>
            <pc:sldMk cId="4155782525" sldId="262"/>
            <ac:spMk id="11" creationId="{E2DA5AC1-43C5-4243-9028-07DBB80D0C95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6:40.090" v="237"/>
          <ac:spMkLst>
            <pc:docMk/>
            <pc:sldMk cId="4155782525" sldId="262"/>
            <ac:spMk id="13" creationId="{8A4EDA1C-27A1-4C83-ACE4-6675EC9245B1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6:40.090" v="237"/>
          <ac:spMkLst>
            <pc:docMk/>
            <pc:sldMk cId="4155782525" sldId="262"/>
            <ac:spMk id="15" creationId="{1C2185E4-B584-4B9D-9440-DEA0FB9D94DF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6:40.090" v="237"/>
          <ac:spMkLst>
            <pc:docMk/>
            <pc:sldMk cId="4155782525" sldId="262"/>
            <ac:spMk id="17" creationId="{FF33EC8A-EE0A-4395-97E2-DAD467CF734C}"/>
          </ac:spMkLst>
        </pc:spChg>
        <pc:spChg chg="add del mod">
          <ac:chgData name="SAADI Nils" userId="S::nils.saadi@etu.univ-amu.fr::17d47c42-9be1-48da-aa78-cb737ab52202" providerId="AD" clId="Web-{96785AD5-4BC1-45C4-9B31-2F00D6B98D49}" dt="2022-06-02T17:42:34.880" v="236"/>
          <ac:spMkLst>
            <pc:docMk/>
            <pc:sldMk cId="4155782525" sldId="262"/>
            <ac:spMk id="18" creationId="{4138902F-01CC-1423-9561-878F7017A98F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46:40.090" v="237"/>
          <ac:spMkLst>
            <pc:docMk/>
            <pc:sldMk cId="4155782525" sldId="262"/>
            <ac:spMk id="19" creationId="{FF85DA95-16A4-404E-9BFF-27F8E4FC78AA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24" creationId="{06E6C0C3-A448-4D8B-86C7-3C83B7E4A600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26" creationId="{EF1326A3-CBDD-4503-8C40-806B4ABF4F2A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28" creationId="{5910698D-E436-464E-9DE4-F9FB349FD9E6}"/>
          </ac:spMkLst>
        </pc:spChg>
        <pc:spChg chg="add del mod">
          <ac:chgData name="SAADI Nils" userId="S::nils.saadi@etu.univ-amu.fr::17d47c42-9be1-48da-aa78-cb737ab52202" providerId="AD" clId="Web-{96785AD5-4BC1-45C4-9B31-2F00D6B98D49}" dt="2022-06-02T18:00:16.001" v="447"/>
          <ac:spMkLst>
            <pc:docMk/>
            <pc:sldMk cId="4155782525" sldId="262"/>
            <ac:spMk id="75" creationId="{488DCD5F-799F-A6A7-F86E-3B79E0B11DA0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80" creationId="{45C5CC17-FF17-43CF-B073-D9051465D5CC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82" creationId="{1EBE2DDC-0D14-44E6-A1AB-2EEC09507435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84" creationId="{A8543D98-0AA2-43B4-B508-DC1DB7F3DC9A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86" creationId="{89723C1D-9A1A-465B-8164-483BF5426613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0:06.220" v="444"/>
          <ac:spMkLst>
            <pc:docMk/>
            <pc:sldMk cId="4155782525" sldId="262"/>
            <ac:spMk id="88" creationId="{A6680484-5F73-4078-85C2-415205B1A4C0}"/>
          </ac:spMkLst>
        </pc:spChg>
        <pc:graphicFrameChg chg="add del mod modGraphic">
          <ac:chgData name="SAADI Nils" userId="S::nils.saadi@etu.univ-amu.fr::17d47c42-9be1-48da-aa78-cb737ab52202" providerId="AD" clId="Web-{96785AD5-4BC1-45C4-9B31-2F00D6B98D49}" dt="2022-06-02T18:00:03.735" v="443"/>
          <ac:graphicFrameMkLst>
            <pc:docMk/>
            <pc:sldMk cId="4155782525" sldId="262"/>
            <ac:graphicFrameMk id="5" creationId="{1ECE92D4-0793-0FB4-2926-7B267B68EEA8}"/>
          </ac:graphicFrameMkLst>
        </pc:graphicFrameChg>
        <pc:graphicFrameChg chg="add">
          <ac:chgData name="SAADI Nils" userId="S::nils.saadi@etu.univ-amu.fr::17d47c42-9be1-48da-aa78-cb737ab52202" providerId="AD" clId="Web-{96785AD5-4BC1-45C4-9B31-2F00D6B98D49}" dt="2022-06-02T18:00:09.220" v="445"/>
          <ac:graphicFrameMkLst>
            <pc:docMk/>
            <pc:sldMk cId="4155782525" sldId="262"/>
            <ac:graphicFrameMk id="76" creationId="{8DD6CCA8-DCD0-6068-4343-4795F10E6E40}"/>
          </ac:graphicFrameMkLst>
        </pc:graphicFrameChg>
      </pc:sldChg>
      <pc:sldChg chg="addSp delSp modSp new mod setBg">
        <pc:chgData name="SAADI Nils" userId="S::nils.saadi@etu.univ-amu.fr::17d47c42-9be1-48da-aa78-cb737ab52202" providerId="AD" clId="Web-{96785AD5-4BC1-45C4-9B31-2F00D6B98D49}" dt="2022-06-02T18:09:42.063" v="610" actId="1076"/>
        <pc:sldMkLst>
          <pc:docMk/>
          <pc:sldMk cId="3579077841" sldId="263"/>
        </pc:sldMkLst>
        <pc:spChg chg="mod">
          <ac:chgData name="SAADI Nils" userId="S::nils.saadi@etu.univ-amu.fr::17d47c42-9be1-48da-aa78-cb737ab52202" providerId="AD" clId="Web-{96785AD5-4BC1-45C4-9B31-2F00D6B98D49}" dt="2022-06-02T17:47:13.372" v="248" actId="20577"/>
          <ac:spMkLst>
            <pc:docMk/>
            <pc:sldMk cId="3579077841" sldId="263"/>
            <ac:spMk id="2" creationId="{CACE608A-2BC3-1970-246E-0D5D81BA59C9}"/>
          </ac:spMkLst>
        </pc:spChg>
        <pc:spChg chg="del">
          <ac:chgData name="SAADI Nils" userId="S::nils.saadi@etu.univ-amu.fr::17d47c42-9be1-48da-aa78-cb737ab52202" providerId="AD" clId="Web-{96785AD5-4BC1-45C4-9B31-2F00D6B98D49}" dt="2022-06-02T17:46:54.075" v="239"/>
          <ac:spMkLst>
            <pc:docMk/>
            <pc:sldMk cId="3579077841" sldId="263"/>
            <ac:spMk id="3" creationId="{433EEE9D-AE5E-8C34-D9DB-F67F9E052973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8:09:42.063" v="610" actId="1076"/>
          <ac:spMkLst>
            <pc:docMk/>
            <pc:sldMk cId="3579077841" sldId="263"/>
            <ac:spMk id="4" creationId="{46CC0B6B-3C41-9582-C3DC-019182BBB903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6:54.075" v="239"/>
          <ac:spMkLst>
            <pc:docMk/>
            <pc:sldMk cId="3579077841" sldId="263"/>
            <ac:spMk id="8" creationId="{BD4C0BBB-0042-4603-A226-6117F3FD5B3C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6:54.075" v="239"/>
          <ac:spMkLst>
            <pc:docMk/>
            <pc:sldMk cId="3579077841" sldId="263"/>
            <ac:spMk id="10" creationId="{EC44F520-2598-460E-9F91-B02F60830CA2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6:54.075" v="239"/>
          <ac:spMkLst>
            <pc:docMk/>
            <pc:sldMk cId="3579077841" sldId="263"/>
            <ac:spMk id="12" creationId="{7404E292-5FAB-47E8-A663-A07530CED8FF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6:54.075" v="239"/>
          <ac:spMkLst>
            <pc:docMk/>
            <pc:sldMk cId="3579077841" sldId="263"/>
            <ac:spMk id="14" creationId="{D80FF8ED-64CE-400C-A4D5-9F943FC264DE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6:54.075" v="239"/>
          <ac:spMkLst>
            <pc:docMk/>
            <pc:sldMk cId="3579077841" sldId="263"/>
            <ac:spMk id="16" creationId="{568868AD-100D-45F3-B11E-8A2936712B9E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6:54.075" v="239"/>
          <ac:spMkLst>
            <pc:docMk/>
            <pc:sldMk cId="3579077841" sldId="263"/>
            <ac:spMk id="18" creationId="{714742CC-05F9-44AC-AF98-AB6EF810E47D}"/>
          </ac:spMkLst>
        </pc:spChg>
        <pc:spChg chg="add">
          <ac:chgData name="SAADI Nils" userId="S::nils.saadi@etu.univ-amu.fr::17d47c42-9be1-48da-aa78-cb737ab52202" providerId="AD" clId="Web-{96785AD5-4BC1-45C4-9B31-2F00D6B98D49}" dt="2022-06-02T17:46:54.075" v="239"/>
          <ac:spMkLst>
            <pc:docMk/>
            <pc:sldMk cId="3579077841" sldId="263"/>
            <ac:spMk id="20" creationId="{853C77DB-C7E3-4B1F-9AD0-1EB2982A8659}"/>
          </ac:spMkLst>
        </pc:spChg>
      </pc:sldChg>
      <pc:sldChg chg="modSp new">
        <pc:chgData name="SAADI Nils" userId="S::nils.saadi@etu.univ-amu.fr::17d47c42-9be1-48da-aa78-cb737ab52202" providerId="AD" clId="Web-{96785AD5-4BC1-45C4-9B31-2F00D6B98D49}" dt="2022-06-02T17:59:49.907" v="442" actId="20577"/>
        <pc:sldMkLst>
          <pc:docMk/>
          <pc:sldMk cId="3427494063" sldId="264"/>
        </pc:sldMkLst>
        <pc:spChg chg="mod">
          <ac:chgData name="SAADI Nils" userId="S::nils.saadi@etu.univ-amu.fr::17d47c42-9be1-48da-aa78-cb737ab52202" providerId="AD" clId="Web-{96785AD5-4BC1-45C4-9B31-2F00D6B98D49}" dt="2022-06-02T17:57:43.138" v="394" actId="20577"/>
          <ac:spMkLst>
            <pc:docMk/>
            <pc:sldMk cId="3427494063" sldId="264"/>
            <ac:spMk id="2" creationId="{59D4D402-4F7A-05AF-CB24-4942BCA32B25}"/>
          </ac:spMkLst>
        </pc:spChg>
        <pc:spChg chg="mod">
          <ac:chgData name="SAADI Nils" userId="S::nils.saadi@etu.univ-amu.fr::17d47c42-9be1-48da-aa78-cb737ab52202" providerId="AD" clId="Web-{96785AD5-4BC1-45C4-9B31-2F00D6B98D49}" dt="2022-06-02T17:59:49.907" v="442" actId="20577"/>
          <ac:spMkLst>
            <pc:docMk/>
            <pc:sldMk cId="3427494063" sldId="264"/>
            <ac:spMk id="3" creationId="{1E3688F6-243B-0354-47A0-67EEDAEE5F69}"/>
          </ac:spMkLst>
        </pc:spChg>
      </pc:sldChg>
      <pc:sldChg chg="addSp delSp modSp new mod setBg">
        <pc:chgData name="SAADI Nils" userId="S::nils.saadi@etu.univ-amu.fr::17d47c42-9be1-48da-aa78-cb737ab52202" providerId="AD" clId="Web-{96785AD5-4BC1-45C4-9B31-2F00D6B98D49}" dt="2022-06-02T18:07:18.356" v="565" actId="1076"/>
        <pc:sldMkLst>
          <pc:docMk/>
          <pc:sldMk cId="3096629019" sldId="265"/>
        </pc:sldMkLst>
        <pc:spChg chg="mod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2" creationId="{56FA7BA4-D4FC-262D-EE68-2B9B13167CA5}"/>
          </ac:spMkLst>
        </pc:spChg>
        <pc:spChg chg="del mod">
          <ac:chgData name="SAADI Nils" userId="S::nils.saadi@etu.univ-amu.fr::17d47c42-9be1-48da-aa78-cb737ab52202" providerId="AD" clId="Web-{96785AD5-4BC1-45C4-9B31-2F00D6B98D49}" dt="2022-06-02T18:03:00.177" v="464"/>
          <ac:spMkLst>
            <pc:docMk/>
            <pc:sldMk cId="3096629019" sldId="265"/>
            <ac:spMk id="3" creationId="{4317A4AA-2B6E-3607-7D02-AAB324D6E61D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3:19.553" v="469"/>
          <ac:spMkLst>
            <pc:docMk/>
            <pc:sldMk cId="3096629019" sldId="265"/>
            <ac:spMk id="9" creationId="{E383CC5D-71E8-4CB2-8E4A-F1E4FF6DC9D6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3:19.553" v="469"/>
          <ac:spMkLst>
            <pc:docMk/>
            <pc:sldMk cId="3096629019" sldId="265"/>
            <ac:spMk id="11" creationId="{E2DA5AC1-43C5-4243-9028-07DBB80D0C95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3:19.553" v="469"/>
          <ac:spMkLst>
            <pc:docMk/>
            <pc:sldMk cId="3096629019" sldId="265"/>
            <ac:spMk id="13" creationId="{8A4EDA1C-27A1-4C83-ACE4-6675EC9245B1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3:19.553" v="469"/>
          <ac:spMkLst>
            <pc:docMk/>
            <pc:sldMk cId="3096629019" sldId="265"/>
            <ac:spMk id="15" creationId="{1C2185E4-B584-4B9D-9440-DEA0FB9D94DF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3:19.553" v="469"/>
          <ac:spMkLst>
            <pc:docMk/>
            <pc:sldMk cId="3096629019" sldId="265"/>
            <ac:spMk id="17" creationId="{FF33EC8A-EE0A-4395-97E2-DAD467CF734C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3:19.553" v="469"/>
          <ac:spMkLst>
            <pc:docMk/>
            <pc:sldMk cId="3096629019" sldId="265"/>
            <ac:spMk id="19" creationId="{FF85DA95-16A4-404E-9BFF-27F8E4FC78AA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24" creationId="{E383CC5D-71E8-4CB2-8E4A-F1E4FF6DC9D6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26" creationId="{E2DA5AC1-43C5-4243-9028-07DBB80D0C95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28" creationId="{8A4EDA1C-27A1-4C83-ACE4-6675EC9245B1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30" creationId="{1C2185E4-B584-4B9D-9440-DEA0FB9D94DF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32" creationId="{FF33EC8A-EE0A-4395-97E2-DAD467CF734C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34" creationId="{FF85DA95-16A4-404E-9BFF-27F8E4FC78AA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39" creationId="{C4285719-470E-454C-AF62-8323075F1F5B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41" creationId="{4E3AE8C3-8F65-40F4-BABE-E70F3830147B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43" creationId="{E2FC4764-B8D5-4F87-95DB-3125B2D12855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45" creationId="{B4C1654F-94F5-497E-8ECF-F2A7E84D6A63}"/>
          </ac:spMkLst>
        </pc:spChg>
        <pc:spChg chg="add">
          <ac:chgData name="SAADI Nils" userId="S::nils.saadi@etu.univ-amu.fr::17d47c42-9be1-48da-aa78-cb737ab52202" providerId="AD" clId="Web-{96785AD5-4BC1-45C4-9B31-2F00D6B98D49}" dt="2022-06-02T18:04:09.742" v="485"/>
          <ac:spMkLst>
            <pc:docMk/>
            <pc:sldMk cId="3096629019" sldId="265"/>
            <ac:spMk id="47" creationId="{38FAA1A1-D861-433F-88FA-1E9D6FD31D11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8:07:15.559" v="564" actId="1076"/>
          <ac:spMkLst>
            <pc:docMk/>
            <pc:sldMk cId="3096629019" sldId="265"/>
            <ac:spMk id="180" creationId="{B60DBAFC-50DC-3C99-5A8E-9B79B808F4B5}"/>
          </ac:spMkLst>
        </pc:spChg>
        <pc:spChg chg="add mod">
          <ac:chgData name="SAADI Nils" userId="S::nils.saadi@etu.univ-amu.fr::17d47c42-9be1-48da-aa78-cb737ab52202" providerId="AD" clId="Web-{96785AD5-4BC1-45C4-9B31-2F00D6B98D49}" dt="2022-06-02T18:07:18.356" v="565" actId="1076"/>
          <ac:spMkLst>
            <pc:docMk/>
            <pc:sldMk cId="3096629019" sldId="265"/>
            <ac:spMk id="181" creationId="{F1FE8842-7556-F8A1-572C-62EE8CAE373B}"/>
          </ac:spMkLst>
        </pc:spChg>
        <pc:graphicFrameChg chg="add mod modGraphic">
          <ac:chgData name="SAADI Nils" userId="S::nils.saadi@etu.univ-amu.fr::17d47c42-9be1-48da-aa78-cb737ab52202" providerId="AD" clId="Web-{96785AD5-4BC1-45C4-9B31-2F00D6B98D49}" dt="2022-06-02T18:04:09.742" v="485"/>
          <ac:graphicFrameMkLst>
            <pc:docMk/>
            <pc:sldMk cId="3096629019" sldId="265"/>
            <ac:graphicFrameMk id="5" creationId="{B4A50203-E3D6-621D-6AB8-557F50A2C1CC}"/>
          </ac:graphicFrameMkLst>
        </pc:graphicFrameChg>
      </pc:sldChg>
      <pc:sldChg chg="addSp delSp modSp new mod setBg">
        <pc:chgData name="SAADI Nils" userId="S::nils.saadi@etu.univ-amu.fr::17d47c42-9be1-48da-aa78-cb737ab52202" providerId="AD" clId="Web-{96785AD5-4BC1-45C4-9B31-2F00D6B98D49}" dt="2022-06-02T17:56:14.292" v="373"/>
        <pc:sldMkLst>
          <pc:docMk/>
          <pc:sldMk cId="3799649226" sldId="266"/>
        </pc:sldMkLst>
        <pc:spChg chg="mod">
          <ac:chgData name="SAADI Nils" userId="S::nils.saadi@etu.univ-amu.fr::17d47c42-9be1-48da-aa78-cb737ab52202" providerId="AD" clId="Web-{96785AD5-4BC1-45C4-9B31-2F00D6B98D49}" dt="2022-06-02T17:52:48.787" v="322"/>
          <ac:spMkLst>
            <pc:docMk/>
            <pc:sldMk cId="3799649226" sldId="266"/>
            <ac:spMk id="2" creationId="{7961D1D8-C62D-DB13-F903-D6EF8C2C6D4E}"/>
          </ac:spMkLst>
        </pc:spChg>
        <pc:spChg chg="del mod">
          <ac:chgData name="SAADI Nils" userId="S::nils.saadi@etu.univ-amu.fr::17d47c42-9be1-48da-aa78-cb737ab52202" providerId="AD" clId="Web-{96785AD5-4BC1-45C4-9B31-2F00D6B98D49}" dt="2022-06-02T17:52:48.787" v="322"/>
          <ac:spMkLst>
            <pc:docMk/>
            <pc:sldMk cId="3799649226" sldId="266"/>
            <ac:spMk id="3" creationId="{7C817611-B460-7E29-E0DD-A3943AC4A788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5:55.745" v="372"/>
          <ac:spMkLst>
            <pc:docMk/>
            <pc:sldMk cId="3799649226" sldId="266"/>
            <ac:spMk id="9" creationId="{E383CC5D-71E8-4CB2-8E4A-F1E4FF6DC9D6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5:55.745" v="372"/>
          <ac:spMkLst>
            <pc:docMk/>
            <pc:sldMk cId="3799649226" sldId="266"/>
            <ac:spMk id="11" creationId="{E2DA5AC1-43C5-4243-9028-07DBB80D0C95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5:55.745" v="372"/>
          <ac:spMkLst>
            <pc:docMk/>
            <pc:sldMk cId="3799649226" sldId="266"/>
            <ac:spMk id="13" creationId="{8A4EDA1C-27A1-4C83-ACE4-6675EC9245B1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5:55.745" v="372"/>
          <ac:spMkLst>
            <pc:docMk/>
            <pc:sldMk cId="3799649226" sldId="266"/>
            <ac:spMk id="15" creationId="{1C2185E4-B584-4B9D-9440-DEA0FB9D94DF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5:55.745" v="372"/>
          <ac:spMkLst>
            <pc:docMk/>
            <pc:sldMk cId="3799649226" sldId="266"/>
            <ac:spMk id="17" creationId="{FF33EC8A-EE0A-4395-97E2-DAD467CF734C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5:55.745" v="372"/>
          <ac:spMkLst>
            <pc:docMk/>
            <pc:sldMk cId="3799649226" sldId="266"/>
            <ac:spMk id="19" creationId="{FF85DA95-16A4-404E-9BFF-27F8E4FC78AA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97" creationId="{E383CC5D-71E8-4CB2-8E4A-F1E4FF6DC9D6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99" creationId="{E2DA5AC1-43C5-4243-9028-07DBB80D0C95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01" creationId="{8A4EDA1C-27A1-4C83-ACE4-6675EC9245B1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03" creationId="{1C2185E4-B584-4B9D-9440-DEA0FB9D94DF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05" creationId="{FF33EC8A-EE0A-4395-97E2-DAD467CF734C}"/>
          </ac:spMkLst>
        </pc:spChg>
        <pc:spChg chg="add del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07" creationId="{FF85DA95-16A4-404E-9BFF-27F8E4FC78AA}"/>
          </ac:spMkLst>
        </pc:spChg>
        <pc:spChg chg="add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62" creationId="{E383CC5D-71E8-4CB2-8E4A-F1E4FF6DC9D6}"/>
          </ac:spMkLst>
        </pc:spChg>
        <pc:spChg chg="add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64" creationId="{E2DA5AC1-43C5-4243-9028-07DBB80D0C95}"/>
          </ac:spMkLst>
        </pc:spChg>
        <pc:spChg chg="add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66" creationId="{8A4EDA1C-27A1-4C83-ACE4-6675EC9245B1}"/>
          </ac:spMkLst>
        </pc:spChg>
        <pc:spChg chg="add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68" creationId="{1C2185E4-B584-4B9D-9440-DEA0FB9D94DF}"/>
          </ac:spMkLst>
        </pc:spChg>
        <pc:spChg chg="add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70" creationId="{FF33EC8A-EE0A-4395-97E2-DAD467CF734C}"/>
          </ac:spMkLst>
        </pc:spChg>
        <pc:spChg chg="add">
          <ac:chgData name="SAADI Nils" userId="S::nils.saadi@etu.univ-amu.fr::17d47c42-9be1-48da-aa78-cb737ab52202" providerId="AD" clId="Web-{96785AD5-4BC1-45C4-9B31-2F00D6B98D49}" dt="2022-06-02T17:56:14.292" v="373"/>
          <ac:spMkLst>
            <pc:docMk/>
            <pc:sldMk cId="3799649226" sldId="266"/>
            <ac:spMk id="172" creationId="{FF85DA95-16A4-404E-9BFF-27F8E4FC78AA}"/>
          </ac:spMkLst>
        </pc:spChg>
        <pc:spChg chg="add del mod">
          <ac:chgData name="SAADI Nils" userId="S::nils.saadi@etu.univ-amu.fr::17d47c42-9be1-48da-aa78-cb737ab52202" providerId="AD" clId="Web-{96785AD5-4BC1-45C4-9B31-2F00D6B98D49}" dt="2022-06-02T17:55:55.745" v="372"/>
          <ac:spMkLst>
            <pc:docMk/>
            <pc:sldMk cId="3799649226" sldId="266"/>
            <ac:spMk id="283" creationId="{FA95B6FE-B5B2-3334-E371-4D9B48744FA6}"/>
          </ac:spMkLst>
        </pc:spChg>
        <pc:graphicFrameChg chg="add del mod modGraphic">
          <ac:chgData name="SAADI Nils" userId="S::nils.saadi@etu.univ-amu.fr::17d47c42-9be1-48da-aa78-cb737ab52202" providerId="AD" clId="Web-{96785AD5-4BC1-45C4-9B31-2F00D6B98D49}" dt="2022-06-02T17:55:24.150" v="349"/>
          <ac:graphicFrameMkLst>
            <pc:docMk/>
            <pc:sldMk cId="3799649226" sldId="266"/>
            <ac:graphicFrameMk id="5" creationId="{55D6B3BD-4A3E-D714-A62C-FCDFDF74F45B}"/>
          </ac:graphicFrameMkLst>
        </pc:graphicFrameChg>
        <pc:graphicFrameChg chg="add mod modGraphic">
          <ac:chgData name="SAADI Nils" userId="S::nils.saadi@etu.univ-amu.fr::17d47c42-9be1-48da-aa78-cb737ab52202" providerId="AD" clId="Web-{96785AD5-4BC1-45C4-9B31-2F00D6B98D49}" dt="2022-06-02T17:56:14.292" v="373"/>
          <ac:graphicFrameMkLst>
            <pc:docMk/>
            <pc:sldMk cId="3799649226" sldId="266"/>
            <ac:graphicFrameMk id="285" creationId="{78E1DD9A-825E-FAF2-A944-FBB67C6A9072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0F489F-6E41-49F3-85ED-86C4C48315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14C5EF-B96C-4013-A31E-AC4587D36D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CONFIGURATION DE BASE</a:t>
          </a:r>
        </a:p>
      </dgm:t>
    </dgm:pt>
    <dgm:pt modelId="{E0175D59-B59C-4B40-8F2E-B3F2DE703CF2}" type="parTrans" cxnId="{62838F91-CA65-418F-9D60-C9F7A9900AEC}">
      <dgm:prSet/>
      <dgm:spPr/>
      <dgm:t>
        <a:bodyPr/>
        <a:lstStyle/>
        <a:p>
          <a:endParaRPr lang="en-US"/>
        </a:p>
      </dgm:t>
    </dgm:pt>
    <dgm:pt modelId="{F0E5D07A-A97F-4EBD-B1B8-06E93D7797A0}" type="sibTrans" cxnId="{62838F91-CA65-418F-9D60-C9F7A9900AEC}">
      <dgm:prSet/>
      <dgm:spPr/>
      <dgm:t>
        <a:bodyPr/>
        <a:lstStyle/>
        <a:p>
          <a:endParaRPr lang="en-US"/>
        </a:p>
      </dgm:t>
    </dgm:pt>
    <dgm:pt modelId="{960B1B51-86F6-4DF2-A5D3-A528AB39EC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SECURITE ET OPTIMISATION</a:t>
          </a:r>
        </a:p>
      </dgm:t>
    </dgm:pt>
    <dgm:pt modelId="{25909DF2-4547-45E4-BE5C-3DDC9124C963}" type="parTrans" cxnId="{8B3AA6D8-D405-4562-85B8-A5678FE77880}">
      <dgm:prSet/>
      <dgm:spPr/>
      <dgm:t>
        <a:bodyPr/>
        <a:lstStyle/>
        <a:p>
          <a:endParaRPr lang="en-US"/>
        </a:p>
      </dgm:t>
    </dgm:pt>
    <dgm:pt modelId="{F1071D01-3378-48EA-A5A8-ADC9B27E2A90}" type="sibTrans" cxnId="{8B3AA6D8-D405-4562-85B8-A5678FE77880}">
      <dgm:prSet/>
      <dgm:spPr/>
      <dgm:t>
        <a:bodyPr/>
        <a:lstStyle/>
        <a:p>
          <a:endParaRPr lang="en-US"/>
        </a:p>
      </dgm:t>
    </dgm:pt>
    <dgm:pt modelId="{67FFFB93-8320-43DC-A565-BEA150E81B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INTERFACE GRAPHIQUE</a:t>
          </a:r>
        </a:p>
      </dgm:t>
    </dgm:pt>
    <dgm:pt modelId="{9D6E6A8F-FD9F-4E6C-92A2-1A2E9CC19DF9}" type="parTrans" cxnId="{96FEFD38-96F6-4662-90F7-1DCA2A481072}">
      <dgm:prSet/>
      <dgm:spPr/>
      <dgm:t>
        <a:bodyPr/>
        <a:lstStyle/>
        <a:p>
          <a:endParaRPr lang="en-US"/>
        </a:p>
      </dgm:t>
    </dgm:pt>
    <dgm:pt modelId="{FCAAEECE-C77A-4A3A-803D-AB9EE3D2A2C3}" type="sibTrans" cxnId="{96FEFD38-96F6-4662-90F7-1DCA2A481072}">
      <dgm:prSet/>
      <dgm:spPr/>
      <dgm:t>
        <a:bodyPr/>
        <a:lstStyle/>
        <a:p>
          <a:endParaRPr lang="en-US"/>
        </a:p>
      </dgm:t>
    </dgm:pt>
    <dgm:pt modelId="{28FA13FA-C4E8-4C5D-A160-BA15E497372C}" type="pres">
      <dgm:prSet presAssocID="{220F489F-6E41-49F3-85ED-86C4C48315DE}" presName="root" presStyleCnt="0">
        <dgm:presLayoutVars>
          <dgm:dir/>
          <dgm:resizeHandles val="exact"/>
        </dgm:presLayoutVars>
      </dgm:prSet>
      <dgm:spPr/>
    </dgm:pt>
    <dgm:pt modelId="{240050A1-E042-4FAD-BC8C-B2B3EA2E641B}" type="pres">
      <dgm:prSet presAssocID="{0D14C5EF-B96C-4013-A31E-AC4587D36DEC}" presName="compNode" presStyleCnt="0"/>
      <dgm:spPr/>
    </dgm:pt>
    <dgm:pt modelId="{C9A2A926-A354-4E6B-8685-D7146131B52B}" type="pres">
      <dgm:prSet presAssocID="{0D14C5EF-B96C-4013-A31E-AC4587D36DEC}" presName="bgRect" presStyleLbl="bgShp" presStyleIdx="0" presStyleCnt="3"/>
      <dgm:spPr/>
    </dgm:pt>
    <dgm:pt modelId="{A637F26D-FC99-40F0-B8F9-7694394B47F0}" type="pres">
      <dgm:prSet presAssocID="{0D14C5EF-B96C-4013-A31E-AC4587D36D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F86D6CB1-ED2B-4E39-A119-10AE785C5A34}" type="pres">
      <dgm:prSet presAssocID="{0D14C5EF-B96C-4013-A31E-AC4587D36DEC}" presName="spaceRect" presStyleCnt="0"/>
      <dgm:spPr/>
    </dgm:pt>
    <dgm:pt modelId="{FB2FB386-98A8-41B7-A8B7-493892EBA207}" type="pres">
      <dgm:prSet presAssocID="{0D14C5EF-B96C-4013-A31E-AC4587D36DEC}" presName="parTx" presStyleLbl="revTx" presStyleIdx="0" presStyleCnt="3">
        <dgm:presLayoutVars>
          <dgm:chMax val="0"/>
          <dgm:chPref val="0"/>
        </dgm:presLayoutVars>
      </dgm:prSet>
      <dgm:spPr/>
    </dgm:pt>
    <dgm:pt modelId="{70CF7C66-7228-4783-BF58-69BCBAAF8C7F}" type="pres">
      <dgm:prSet presAssocID="{F0E5D07A-A97F-4EBD-B1B8-06E93D7797A0}" presName="sibTrans" presStyleCnt="0"/>
      <dgm:spPr/>
    </dgm:pt>
    <dgm:pt modelId="{B891A601-87FA-4485-800E-C1F513B97B30}" type="pres">
      <dgm:prSet presAssocID="{960B1B51-86F6-4DF2-A5D3-A528AB39EC1C}" presName="compNode" presStyleCnt="0"/>
      <dgm:spPr/>
    </dgm:pt>
    <dgm:pt modelId="{FF255409-E4E5-4211-8072-FDF80F32D5D9}" type="pres">
      <dgm:prSet presAssocID="{960B1B51-86F6-4DF2-A5D3-A528AB39EC1C}" presName="bgRect" presStyleLbl="bgShp" presStyleIdx="1" presStyleCnt="3"/>
      <dgm:spPr/>
    </dgm:pt>
    <dgm:pt modelId="{4BF9C61E-47E4-4354-870E-04F4516F00E2}" type="pres">
      <dgm:prSet presAssocID="{960B1B51-86F6-4DF2-A5D3-A528AB39EC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013CAF2-54AD-473B-A6CA-034AF64D2856}" type="pres">
      <dgm:prSet presAssocID="{960B1B51-86F6-4DF2-A5D3-A528AB39EC1C}" presName="spaceRect" presStyleCnt="0"/>
      <dgm:spPr/>
    </dgm:pt>
    <dgm:pt modelId="{EC2300A5-D3B3-4C84-ADDE-EB97C320F274}" type="pres">
      <dgm:prSet presAssocID="{960B1B51-86F6-4DF2-A5D3-A528AB39EC1C}" presName="parTx" presStyleLbl="revTx" presStyleIdx="1" presStyleCnt="3">
        <dgm:presLayoutVars>
          <dgm:chMax val="0"/>
          <dgm:chPref val="0"/>
        </dgm:presLayoutVars>
      </dgm:prSet>
      <dgm:spPr/>
    </dgm:pt>
    <dgm:pt modelId="{23B0949C-7E60-4237-BBC6-B500B075C1A0}" type="pres">
      <dgm:prSet presAssocID="{F1071D01-3378-48EA-A5A8-ADC9B27E2A90}" presName="sibTrans" presStyleCnt="0"/>
      <dgm:spPr/>
    </dgm:pt>
    <dgm:pt modelId="{823CC02F-FCD1-4775-BF68-31E2C64E8544}" type="pres">
      <dgm:prSet presAssocID="{67FFFB93-8320-43DC-A565-BEA150E81BD8}" presName="compNode" presStyleCnt="0"/>
      <dgm:spPr/>
    </dgm:pt>
    <dgm:pt modelId="{B1FBF201-4BF4-4814-9E84-47E16177E641}" type="pres">
      <dgm:prSet presAssocID="{67FFFB93-8320-43DC-A565-BEA150E81BD8}" presName="bgRect" presStyleLbl="bgShp" presStyleIdx="2" presStyleCnt="3"/>
      <dgm:spPr/>
    </dgm:pt>
    <dgm:pt modelId="{A4EC187B-0D35-43ED-A93C-8B973F7BD262}" type="pres">
      <dgm:prSet presAssocID="{67FFFB93-8320-43DC-A565-BEA150E81BD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nêtre de navigateur avec un remplissage uni"/>
        </a:ext>
      </dgm:extLst>
    </dgm:pt>
    <dgm:pt modelId="{79FAD527-08FC-4AAA-85E1-66AE2B73F844}" type="pres">
      <dgm:prSet presAssocID="{67FFFB93-8320-43DC-A565-BEA150E81BD8}" presName="spaceRect" presStyleCnt="0"/>
      <dgm:spPr/>
    </dgm:pt>
    <dgm:pt modelId="{640ED5D3-6DD6-4165-BD15-A7A6375B6080}" type="pres">
      <dgm:prSet presAssocID="{67FFFB93-8320-43DC-A565-BEA150E81BD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FEFD38-96F6-4662-90F7-1DCA2A481072}" srcId="{220F489F-6E41-49F3-85ED-86C4C48315DE}" destId="{67FFFB93-8320-43DC-A565-BEA150E81BD8}" srcOrd="2" destOrd="0" parTransId="{9D6E6A8F-FD9F-4E6C-92A2-1A2E9CC19DF9}" sibTransId="{FCAAEECE-C77A-4A3A-803D-AB9EE3D2A2C3}"/>
    <dgm:cxn modelId="{009DD46F-6AA9-45F3-BA0A-EE4E8715034A}" type="presOf" srcId="{960B1B51-86F6-4DF2-A5D3-A528AB39EC1C}" destId="{EC2300A5-D3B3-4C84-ADDE-EB97C320F274}" srcOrd="0" destOrd="0" presId="urn:microsoft.com/office/officeart/2018/2/layout/IconVerticalSolidList"/>
    <dgm:cxn modelId="{4ACDA252-3546-408C-96C9-28D0036CDE89}" type="presOf" srcId="{67FFFB93-8320-43DC-A565-BEA150E81BD8}" destId="{640ED5D3-6DD6-4165-BD15-A7A6375B6080}" srcOrd="0" destOrd="0" presId="urn:microsoft.com/office/officeart/2018/2/layout/IconVerticalSolidList"/>
    <dgm:cxn modelId="{85DDDF85-A2A6-4ABA-A35F-EF3D2421B978}" type="presOf" srcId="{220F489F-6E41-49F3-85ED-86C4C48315DE}" destId="{28FA13FA-C4E8-4C5D-A160-BA15E497372C}" srcOrd="0" destOrd="0" presId="urn:microsoft.com/office/officeart/2018/2/layout/IconVerticalSolidList"/>
    <dgm:cxn modelId="{62838F91-CA65-418F-9D60-C9F7A9900AEC}" srcId="{220F489F-6E41-49F3-85ED-86C4C48315DE}" destId="{0D14C5EF-B96C-4013-A31E-AC4587D36DEC}" srcOrd="0" destOrd="0" parTransId="{E0175D59-B59C-4B40-8F2E-B3F2DE703CF2}" sibTransId="{F0E5D07A-A97F-4EBD-B1B8-06E93D7797A0}"/>
    <dgm:cxn modelId="{8B3AA6D8-D405-4562-85B8-A5678FE77880}" srcId="{220F489F-6E41-49F3-85ED-86C4C48315DE}" destId="{960B1B51-86F6-4DF2-A5D3-A528AB39EC1C}" srcOrd="1" destOrd="0" parTransId="{25909DF2-4547-45E4-BE5C-3DDC9124C963}" sibTransId="{F1071D01-3378-48EA-A5A8-ADC9B27E2A90}"/>
    <dgm:cxn modelId="{545905E2-DBDD-4ACE-9D42-55C3BDC6C0B3}" type="presOf" srcId="{0D14C5EF-B96C-4013-A31E-AC4587D36DEC}" destId="{FB2FB386-98A8-41B7-A8B7-493892EBA207}" srcOrd="0" destOrd="0" presId="urn:microsoft.com/office/officeart/2018/2/layout/IconVerticalSolidList"/>
    <dgm:cxn modelId="{1D6F80DB-C503-40F7-81E0-4EBABC412F7A}" type="presParOf" srcId="{28FA13FA-C4E8-4C5D-A160-BA15E497372C}" destId="{240050A1-E042-4FAD-BC8C-B2B3EA2E641B}" srcOrd="0" destOrd="0" presId="urn:microsoft.com/office/officeart/2018/2/layout/IconVerticalSolidList"/>
    <dgm:cxn modelId="{3CE34FC2-A3A6-495F-9BA6-4169E4C4F192}" type="presParOf" srcId="{240050A1-E042-4FAD-BC8C-B2B3EA2E641B}" destId="{C9A2A926-A354-4E6B-8685-D7146131B52B}" srcOrd="0" destOrd="0" presId="urn:microsoft.com/office/officeart/2018/2/layout/IconVerticalSolidList"/>
    <dgm:cxn modelId="{719606ED-05BC-43F8-99F7-345C7F5F560C}" type="presParOf" srcId="{240050A1-E042-4FAD-BC8C-B2B3EA2E641B}" destId="{A637F26D-FC99-40F0-B8F9-7694394B47F0}" srcOrd="1" destOrd="0" presId="urn:microsoft.com/office/officeart/2018/2/layout/IconVerticalSolidList"/>
    <dgm:cxn modelId="{4545A9AA-D55E-40C9-A0BC-87FBD28969DD}" type="presParOf" srcId="{240050A1-E042-4FAD-BC8C-B2B3EA2E641B}" destId="{F86D6CB1-ED2B-4E39-A119-10AE785C5A34}" srcOrd="2" destOrd="0" presId="urn:microsoft.com/office/officeart/2018/2/layout/IconVerticalSolidList"/>
    <dgm:cxn modelId="{E3BC3056-F751-44F9-A064-D371B2697B32}" type="presParOf" srcId="{240050A1-E042-4FAD-BC8C-B2B3EA2E641B}" destId="{FB2FB386-98A8-41B7-A8B7-493892EBA207}" srcOrd="3" destOrd="0" presId="urn:microsoft.com/office/officeart/2018/2/layout/IconVerticalSolidList"/>
    <dgm:cxn modelId="{31AEDF6B-1396-4F60-B91F-333885E6FD30}" type="presParOf" srcId="{28FA13FA-C4E8-4C5D-A160-BA15E497372C}" destId="{70CF7C66-7228-4783-BF58-69BCBAAF8C7F}" srcOrd="1" destOrd="0" presId="urn:microsoft.com/office/officeart/2018/2/layout/IconVerticalSolidList"/>
    <dgm:cxn modelId="{81FAA711-A629-4399-8971-600274F2260B}" type="presParOf" srcId="{28FA13FA-C4E8-4C5D-A160-BA15E497372C}" destId="{B891A601-87FA-4485-800E-C1F513B97B30}" srcOrd="2" destOrd="0" presId="urn:microsoft.com/office/officeart/2018/2/layout/IconVerticalSolidList"/>
    <dgm:cxn modelId="{0FA14D5F-C361-44C8-8BA6-0D75C41E9150}" type="presParOf" srcId="{B891A601-87FA-4485-800E-C1F513B97B30}" destId="{FF255409-E4E5-4211-8072-FDF80F32D5D9}" srcOrd="0" destOrd="0" presId="urn:microsoft.com/office/officeart/2018/2/layout/IconVerticalSolidList"/>
    <dgm:cxn modelId="{5593B02A-8069-44A9-8F87-F86AB13FDFA3}" type="presParOf" srcId="{B891A601-87FA-4485-800E-C1F513B97B30}" destId="{4BF9C61E-47E4-4354-870E-04F4516F00E2}" srcOrd="1" destOrd="0" presId="urn:microsoft.com/office/officeart/2018/2/layout/IconVerticalSolidList"/>
    <dgm:cxn modelId="{52F40B9F-27C6-4DFA-9470-25FDCCF6C66E}" type="presParOf" srcId="{B891A601-87FA-4485-800E-C1F513B97B30}" destId="{5013CAF2-54AD-473B-A6CA-034AF64D2856}" srcOrd="2" destOrd="0" presId="urn:microsoft.com/office/officeart/2018/2/layout/IconVerticalSolidList"/>
    <dgm:cxn modelId="{FC166C7C-F14F-4797-9444-695E6954AF76}" type="presParOf" srcId="{B891A601-87FA-4485-800E-C1F513B97B30}" destId="{EC2300A5-D3B3-4C84-ADDE-EB97C320F274}" srcOrd="3" destOrd="0" presId="urn:microsoft.com/office/officeart/2018/2/layout/IconVerticalSolidList"/>
    <dgm:cxn modelId="{E1D988AA-7B3F-4269-B986-6FE8B0207D21}" type="presParOf" srcId="{28FA13FA-C4E8-4C5D-A160-BA15E497372C}" destId="{23B0949C-7E60-4237-BBC6-B500B075C1A0}" srcOrd="3" destOrd="0" presId="urn:microsoft.com/office/officeart/2018/2/layout/IconVerticalSolidList"/>
    <dgm:cxn modelId="{67141337-30A6-4739-8936-827FAD0AED1C}" type="presParOf" srcId="{28FA13FA-C4E8-4C5D-A160-BA15E497372C}" destId="{823CC02F-FCD1-4775-BF68-31E2C64E8544}" srcOrd="4" destOrd="0" presId="urn:microsoft.com/office/officeart/2018/2/layout/IconVerticalSolidList"/>
    <dgm:cxn modelId="{508858AA-CABA-495C-88A2-EBB28C77F34C}" type="presParOf" srcId="{823CC02F-FCD1-4775-BF68-31E2C64E8544}" destId="{B1FBF201-4BF4-4814-9E84-47E16177E641}" srcOrd="0" destOrd="0" presId="urn:microsoft.com/office/officeart/2018/2/layout/IconVerticalSolidList"/>
    <dgm:cxn modelId="{96AC87C4-C46E-4B90-909D-C3ABCF2B87FF}" type="presParOf" srcId="{823CC02F-FCD1-4775-BF68-31E2C64E8544}" destId="{A4EC187B-0D35-43ED-A93C-8B973F7BD262}" srcOrd="1" destOrd="0" presId="urn:microsoft.com/office/officeart/2018/2/layout/IconVerticalSolidList"/>
    <dgm:cxn modelId="{CEF253CA-BA9B-40F6-9D35-CB921CD9FC03}" type="presParOf" srcId="{823CC02F-FCD1-4775-BF68-31E2C64E8544}" destId="{79FAD527-08FC-4AAA-85E1-66AE2B73F844}" srcOrd="2" destOrd="0" presId="urn:microsoft.com/office/officeart/2018/2/layout/IconVerticalSolidList"/>
    <dgm:cxn modelId="{22820105-5BC1-46A0-B460-59E6953CCA92}" type="presParOf" srcId="{823CC02F-FCD1-4775-BF68-31E2C64E8544}" destId="{640ED5D3-6DD6-4165-BD15-A7A6375B60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6C0465-6079-41EC-BA31-8C910342FDE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962900C-F268-46B6-99EF-CE9886A61D1C}">
      <dgm:prSet/>
      <dgm:spPr/>
      <dgm:t>
        <a:bodyPr/>
        <a:lstStyle/>
        <a:p>
          <a:pPr>
            <a:defRPr cap="all"/>
          </a:pPr>
          <a:r>
            <a:rPr lang="en-US"/>
            <a:t>CREATION DES SITE</a:t>
          </a:r>
        </a:p>
      </dgm:t>
    </dgm:pt>
    <dgm:pt modelId="{5446C386-A252-46F1-9979-BF79A8AFD5AD}" type="parTrans" cxnId="{595350FA-AE97-4C82-92B8-1FF8F40F063B}">
      <dgm:prSet/>
      <dgm:spPr/>
      <dgm:t>
        <a:bodyPr/>
        <a:lstStyle/>
        <a:p>
          <a:endParaRPr lang="en-US"/>
        </a:p>
      </dgm:t>
    </dgm:pt>
    <dgm:pt modelId="{245AA6C9-15CA-4728-85DC-421423F62953}" type="sibTrans" cxnId="{595350FA-AE97-4C82-92B8-1FF8F40F063B}">
      <dgm:prSet/>
      <dgm:spPr/>
      <dgm:t>
        <a:bodyPr/>
        <a:lstStyle/>
        <a:p>
          <a:endParaRPr lang="en-US"/>
        </a:p>
      </dgm:t>
    </dgm:pt>
    <dgm:pt modelId="{FF3995B7-6589-4233-A29A-7551845FD22F}">
      <dgm:prSet/>
      <dgm:spPr/>
      <dgm:t>
        <a:bodyPr/>
        <a:lstStyle/>
        <a:p>
          <a:pPr>
            <a:defRPr cap="all"/>
          </a:pPr>
          <a:r>
            <a:rPr lang="en-US"/>
            <a:t>CONTROLE D'ACCES</a:t>
          </a:r>
        </a:p>
      </dgm:t>
    </dgm:pt>
    <dgm:pt modelId="{6602F93C-4F58-4934-84B3-94F25DF46C46}" type="parTrans" cxnId="{D8F32FB8-AAEC-40B1-9D48-8B89ADDBA2A0}">
      <dgm:prSet/>
      <dgm:spPr/>
      <dgm:t>
        <a:bodyPr/>
        <a:lstStyle/>
        <a:p>
          <a:endParaRPr lang="en-US"/>
        </a:p>
      </dgm:t>
    </dgm:pt>
    <dgm:pt modelId="{63393DBC-60B1-4686-B692-619B7BF1DA9D}" type="sibTrans" cxnId="{D8F32FB8-AAEC-40B1-9D48-8B89ADDBA2A0}">
      <dgm:prSet/>
      <dgm:spPr/>
      <dgm:t>
        <a:bodyPr/>
        <a:lstStyle/>
        <a:p>
          <a:endParaRPr lang="en-US"/>
        </a:p>
      </dgm:t>
    </dgm:pt>
    <dgm:pt modelId="{502F7CE3-FD99-495C-B99C-0C57284B3858}">
      <dgm:prSet/>
      <dgm:spPr/>
      <dgm:t>
        <a:bodyPr/>
        <a:lstStyle/>
        <a:p>
          <a:pPr>
            <a:defRPr cap="all"/>
          </a:pPr>
          <a:r>
            <a:rPr lang="en-US"/>
            <a:t>SERVEUR VIRTUEL</a:t>
          </a:r>
        </a:p>
      </dgm:t>
    </dgm:pt>
    <dgm:pt modelId="{10714318-ADC8-411C-9127-E9499A27AC3F}" type="parTrans" cxnId="{6667F7E2-CF8A-4C22-A3F8-ABA6A7853725}">
      <dgm:prSet/>
      <dgm:spPr/>
      <dgm:t>
        <a:bodyPr/>
        <a:lstStyle/>
        <a:p>
          <a:endParaRPr lang="en-US"/>
        </a:p>
      </dgm:t>
    </dgm:pt>
    <dgm:pt modelId="{AC0CA12C-841F-4A8B-9844-F36D15FC19A1}" type="sibTrans" cxnId="{6667F7E2-CF8A-4C22-A3F8-ABA6A7853725}">
      <dgm:prSet/>
      <dgm:spPr/>
      <dgm:t>
        <a:bodyPr/>
        <a:lstStyle/>
        <a:p>
          <a:endParaRPr lang="en-US"/>
        </a:p>
      </dgm:t>
    </dgm:pt>
    <dgm:pt modelId="{729E50EE-633A-4E72-A1C3-D8C42127577B}" type="pres">
      <dgm:prSet presAssocID="{256C0465-6079-41EC-BA31-8C910342FDE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92DC6DE-DF95-4FE3-9F86-1B7F96B76E08}" type="pres">
      <dgm:prSet presAssocID="{9962900C-F268-46B6-99EF-CE9886A61D1C}" presName="hierRoot1" presStyleCnt="0"/>
      <dgm:spPr/>
    </dgm:pt>
    <dgm:pt modelId="{245A009F-60E9-4890-A67B-EA87BBC66675}" type="pres">
      <dgm:prSet presAssocID="{9962900C-F268-46B6-99EF-CE9886A61D1C}" presName="composite" presStyleCnt="0"/>
      <dgm:spPr/>
    </dgm:pt>
    <dgm:pt modelId="{02F08C56-A541-407B-B711-BE5BFE15D149}" type="pres">
      <dgm:prSet presAssocID="{9962900C-F268-46B6-99EF-CE9886A61D1C}" presName="background" presStyleLbl="node0" presStyleIdx="0" presStyleCnt="3"/>
      <dgm:spPr/>
    </dgm:pt>
    <dgm:pt modelId="{661AA8AE-8272-4298-BAC2-F6605F656D65}" type="pres">
      <dgm:prSet presAssocID="{9962900C-F268-46B6-99EF-CE9886A61D1C}" presName="text" presStyleLbl="fgAcc0" presStyleIdx="0" presStyleCnt="3">
        <dgm:presLayoutVars>
          <dgm:chPref val="3"/>
        </dgm:presLayoutVars>
      </dgm:prSet>
      <dgm:spPr/>
    </dgm:pt>
    <dgm:pt modelId="{79C333E4-BFB3-4671-B9AE-A870EED37707}" type="pres">
      <dgm:prSet presAssocID="{9962900C-F268-46B6-99EF-CE9886A61D1C}" presName="hierChild2" presStyleCnt="0"/>
      <dgm:spPr/>
    </dgm:pt>
    <dgm:pt modelId="{116B712A-4B8B-4B94-8404-6181951F6AE3}" type="pres">
      <dgm:prSet presAssocID="{FF3995B7-6589-4233-A29A-7551845FD22F}" presName="hierRoot1" presStyleCnt="0"/>
      <dgm:spPr/>
    </dgm:pt>
    <dgm:pt modelId="{5B16C591-628F-4059-9F05-F62D79709B4E}" type="pres">
      <dgm:prSet presAssocID="{FF3995B7-6589-4233-A29A-7551845FD22F}" presName="composite" presStyleCnt="0"/>
      <dgm:spPr/>
    </dgm:pt>
    <dgm:pt modelId="{4B0995E4-6BED-4EFB-8D61-CEFE02A4E87E}" type="pres">
      <dgm:prSet presAssocID="{FF3995B7-6589-4233-A29A-7551845FD22F}" presName="background" presStyleLbl="node0" presStyleIdx="1" presStyleCnt="3"/>
      <dgm:spPr/>
    </dgm:pt>
    <dgm:pt modelId="{2BEF19E5-C8B1-4E21-8D2B-482C5A8A61D4}" type="pres">
      <dgm:prSet presAssocID="{FF3995B7-6589-4233-A29A-7551845FD22F}" presName="text" presStyleLbl="fgAcc0" presStyleIdx="1" presStyleCnt="3">
        <dgm:presLayoutVars>
          <dgm:chPref val="3"/>
        </dgm:presLayoutVars>
      </dgm:prSet>
      <dgm:spPr/>
    </dgm:pt>
    <dgm:pt modelId="{01C7C600-154E-4858-9314-8D5B5682B383}" type="pres">
      <dgm:prSet presAssocID="{FF3995B7-6589-4233-A29A-7551845FD22F}" presName="hierChild2" presStyleCnt="0"/>
      <dgm:spPr/>
    </dgm:pt>
    <dgm:pt modelId="{F5E62FB7-A851-4C59-B1FE-44A956EC0174}" type="pres">
      <dgm:prSet presAssocID="{502F7CE3-FD99-495C-B99C-0C57284B3858}" presName="hierRoot1" presStyleCnt="0"/>
      <dgm:spPr/>
    </dgm:pt>
    <dgm:pt modelId="{6345F62E-CD17-499C-AA74-04A357D84E28}" type="pres">
      <dgm:prSet presAssocID="{502F7CE3-FD99-495C-B99C-0C57284B3858}" presName="composite" presStyleCnt="0"/>
      <dgm:spPr/>
    </dgm:pt>
    <dgm:pt modelId="{15CCE567-9673-49DF-A21D-BA681EB08904}" type="pres">
      <dgm:prSet presAssocID="{502F7CE3-FD99-495C-B99C-0C57284B3858}" presName="background" presStyleLbl="node0" presStyleIdx="2" presStyleCnt="3"/>
      <dgm:spPr/>
    </dgm:pt>
    <dgm:pt modelId="{0DFBABC9-7C7C-4292-8DCC-93665775854E}" type="pres">
      <dgm:prSet presAssocID="{502F7CE3-FD99-495C-B99C-0C57284B3858}" presName="text" presStyleLbl="fgAcc0" presStyleIdx="2" presStyleCnt="3">
        <dgm:presLayoutVars>
          <dgm:chPref val="3"/>
        </dgm:presLayoutVars>
      </dgm:prSet>
      <dgm:spPr/>
    </dgm:pt>
    <dgm:pt modelId="{419A273F-41AE-45B1-9889-05876882B43F}" type="pres">
      <dgm:prSet presAssocID="{502F7CE3-FD99-495C-B99C-0C57284B3858}" presName="hierChild2" presStyleCnt="0"/>
      <dgm:spPr/>
    </dgm:pt>
  </dgm:ptLst>
  <dgm:cxnLst>
    <dgm:cxn modelId="{92226A09-C484-4D9F-B06D-6C7899018D4A}" type="presOf" srcId="{502F7CE3-FD99-495C-B99C-0C57284B3858}" destId="{0DFBABC9-7C7C-4292-8DCC-93665775854E}" srcOrd="0" destOrd="0" presId="urn:microsoft.com/office/officeart/2005/8/layout/hierarchy1"/>
    <dgm:cxn modelId="{44BC310D-6775-445E-9512-BDF18D1D8F81}" type="presOf" srcId="{9962900C-F268-46B6-99EF-CE9886A61D1C}" destId="{661AA8AE-8272-4298-BAC2-F6605F656D65}" srcOrd="0" destOrd="0" presId="urn:microsoft.com/office/officeart/2005/8/layout/hierarchy1"/>
    <dgm:cxn modelId="{D8F32FB8-AAEC-40B1-9D48-8B89ADDBA2A0}" srcId="{256C0465-6079-41EC-BA31-8C910342FDE4}" destId="{FF3995B7-6589-4233-A29A-7551845FD22F}" srcOrd="1" destOrd="0" parTransId="{6602F93C-4F58-4934-84B3-94F25DF46C46}" sibTransId="{63393DBC-60B1-4686-B692-619B7BF1DA9D}"/>
    <dgm:cxn modelId="{6EAA59CE-CCFC-4160-8D27-75F2F7CF1580}" type="presOf" srcId="{FF3995B7-6589-4233-A29A-7551845FD22F}" destId="{2BEF19E5-C8B1-4E21-8D2B-482C5A8A61D4}" srcOrd="0" destOrd="0" presId="urn:microsoft.com/office/officeart/2005/8/layout/hierarchy1"/>
    <dgm:cxn modelId="{6667F7E2-CF8A-4C22-A3F8-ABA6A7853725}" srcId="{256C0465-6079-41EC-BA31-8C910342FDE4}" destId="{502F7CE3-FD99-495C-B99C-0C57284B3858}" srcOrd="2" destOrd="0" parTransId="{10714318-ADC8-411C-9127-E9499A27AC3F}" sibTransId="{AC0CA12C-841F-4A8B-9844-F36D15FC19A1}"/>
    <dgm:cxn modelId="{5E6070F2-C3CE-4E7A-B5F3-C6393699ABCC}" type="presOf" srcId="{256C0465-6079-41EC-BA31-8C910342FDE4}" destId="{729E50EE-633A-4E72-A1C3-D8C42127577B}" srcOrd="0" destOrd="0" presId="urn:microsoft.com/office/officeart/2005/8/layout/hierarchy1"/>
    <dgm:cxn modelId="{595350FA-AE97-4C82-92B8-1FF8F40F063B}" srcId="{256C0465-6079-41EC-BA31-8C910342FDE4}" destId="{9962900C-F268-46B6-99EF-CE9886A61D1C}" srcOrd="0" destOrd="0" parTransId="{5446C386-A252-46F1-9979-BF79A8AFD5AD}" sibTransId="{245AA6C9-15CA-4728-85DC-421423F62953}"/>
    <dgm:cxn modelId="{72729484-1F60-4B18-BED1-0DC6DFF28949}" type="presParOf" srcId="{729E50EE-633A-4E72-A1C3-D8C42127577B}" destId="{792DC6DE-DF95-4FE3-9F86-1B7F96B76E08}" srcOrd="0" destOrd="0" presId="urn:microsoft.com/office/officeart/2005/8/layout/hierarchy1"/>
    <dgm:cxn modelId="{272DB616-2B5F-4267-AC91-24D8B3B8BA43}" type="presParOf" srcId="{792DC6DE-DF95-4FE3-9F86-1B7F96B76E08}" destId="{245A009F-60E9-4890-A67B-EA87BBC66675}" srcOrd="0" destOrd="0" presId="urn:microsoft.com/office/officeart/2005/8/layout/hierarchy1"/>
    <dgm:cxn modelId="{5D43E84A-2F41-4562-8CE7-841D2439A40A}" type="presParOf" srcId="{245A009F-60E9-4890-A67B-EA87BBC66675}" destId="{02F08C56-A541-407B-B711-BE5BFE15D149}" srcOrd="0" destOrd="0" presId="urn:microsoft.com/office/officeart/2005/8/layout/hierarchy1"/>
    <dgm:cxn modelId="{42E71239-9EC7-4012-AC77-46B27D621C89}" type="presParOf" srcId="{245A009F-60E9-4890-A67B-EA87BBC66675}" destId="{661AA8AE-8272-4298-BAC2-F6605F656D65}" srcOrd="1" destOrd="0" presId="urn:microsoft.com/office/officeart/2005/8/layout/hierarchy1"/>
    <dgm:cxn modelId="{136D841C-A1E2-446F-BC14-AF6524E682A5}" type="presParOf" srcId="{792DC6DE-DF95-4FE3-9F86-1B7F96B76E08}" destId="{79C333E4-BFB3-4671-B9AE-A870EED37707}" srcOrd="1" destOrd="0" presId="urn:microsoft.com/office/officeart/2005/8/layout/hierarchy1"/>
    <dgm:cxn modelId="{C63E42AC-C81D-4A36-9FD1-F3CA1AF9D476}" type="presParOf" srcId="{729E50EE-633A-4E72-A1C3-D8C42127577B}" destId="{116B712A-4B8B-4B94-8404-6181951F6AE3}" srcOrd="1" destOrd="0" presId="urn:microsoft.com/office/officeart/2005/8/layout/hierarchy1"/>
    <dgm:cxn modelId="{81F23213-4CF9-46AF-A310-431C98FFFE0C}" type="presParOf" srcId="{116B712A-4B8B-4B94-8404-6181951F6AE3}" destId="{5B16C591-628F-4059-9F05-F62D79709B4E}" srcOrd="0" destOrd="0" presId="urn:microsoft.com/office/officeart/2005/8/layout/hierarchy1"/>
    <dgm:cxn modelId="{5F8E6475-40EC-4E9C-944B-A915E2DC4A00}" type="presParOf" srcId="{5B16C591-628F-4059-9F05-F62D79709B4E}" destId="{4B0995E4-6BED-4EFB-8D61-CEFE02A4E87E}" srcOrd="0" destOrd="0" presId="urn:microsoft.com/office/officeart/2005/8/layout/hierarchy1"/>
    <dgm:cxn modelId="{01D90409-07FB-4296-95A4-85B5200F65FE}" type="presParOf" srcId="{5B16C591-628F-4059-9F05-F62D79709B4E}" destId="{2BEF19E5-C8B1-4E21-8D2B-482C5A8A61D4}" srcOrd="1" destOrd="0" presId="urn:microsoft.com/office/officeart/2005/8/layout/hierarchy1"/>
    <dgm:cxn modelId="{AE189FD1-0D2B-4193-9922-08036EDE9099}" type="presParOf" srcId="{116B712A-4B8B-4B94-8404-6181951F6AE3}" destId="{01C7C600-154E-4858-9314-8D5B5682B383}" srcOrd="1" destOrd="0" presId="urn:microsoft.com/office/officeart/2005/8/layout/hierarchy1"/>
    <dgm:cxn modelId="{CDB852D1-B88C-403F-A6EC-59E667436DEF}" type="presParOf" srcId="{729E50EE-633A-4E72-A1C3-D8C42127577B}" destId="{F5E62FB7-A851-4C59-B1FE-44A956EC0174}" srcOrd="2" destOrd="0" presId="urn:microsoft.com/office/officeart/2005/8/layout/hierarchy1"/>
    <dgm:cxn modelId="{AE2DE187-D271-405A-8A4D-3019CBD87BFD}" type="presParOf" srcId="{F5E62FB7-A851-4C59-B1FE-44A956EC0174}" destId="{6345F62E-CD17-499C-AA74-04A357D84E28}" srcOrd="0" destOrd="0" presId="urn:microsoft.com/office/officeart/2005/8/layout/hierarchy1"/>
    <dgm:cxn modelId="{85C68170-71E9-42F1-8E84-86A063A82BA1}" type="presParOf" srcId="{6345F62E-CD17-499C-AA74-04A357D84E28}" destId="{15CCE567-9673-49DF-A21D-BA681EB08904}" srcOrd="0" destOrd="0" presId="urn:microsoft.com/office/officeart/2005/8/layout/hierarchy1"/>
    <dgm:cxn modelId="{6FBA66F4-4605-4EBF-AC90-A9A2C2C15755}" type="presParOf" srcId="{6345F62E-CD17-499C-AA74-04A357D84E28}" destId="{0DFBABC9-7C7C-4292-8DCC-93665775854E}" srcOrd="1" destOrd="0" presId="urn:microsoft.com/office/officeart/2005/8/layout/hierarchy1"/>
    <dgm:cxn modelId="{912C0240-C6CF-4AAF-B485-78427FB84C73}" type="presParOf" srcId="{F5E62FB7-A851-4C59-B1FE-44A956EC0174}" destId="{419A273F-41AE-45B1-9889-05876882B43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B88847-E7B4-42E5-B68D-E776F8BCA09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DA506A31-968E-4BDC-87D1-AF5323324B6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Avenir Next LT Pro"/>
            </a:rPr>
            <a:t>OPTIMISATION</a:t>
          </a:r>
          <a:endParaRPr lang="en-US"/>
        </a:p>
      </dgm:t>
    </dgm:pt>
    <dgm:pt modelId="{5CC0E1DA-8E9B-4722-944D-5D2FF0CF883B}" type="parTrans" cxnId="{262DFD63-B112-4AA4-AF17-33D3B9524043}">
      <dgm:prSet/>
      <dgm:spPr/>
      <dgm:t>
        <a:bodyPr/>
        <a:lstStyle/>
        <a:p>
          <a:endParaRPr lang="en-US"/>
        </a:p>
      </dgm:t>
    </dgm:pt>
    <dgm:pt modelId="{3944C18E-FB0F-4EA9-8A1C-F9A606045BAA}" type="sibTrans" cxnId="{262DFD63-B112-4AA4-AF17-33D3B9524043}">
      <dgm:prSet/>
      <dgm:spPr/>
      <dgm:t>
        <a:bodyPr/>
        <a:lstStyle/>
        <a:p>
          <a:endParaRPr lang="en-US"/>
        </a:p>
      </dgm:t>
    </dgm:pt>
    <dgm:pt modelId="{A758026A-84CC-43F3-8FB9-FB156BA9644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Avenir Next LT Pro"/>
            </a:rPr>
            <a:t>SECURITE DES DONNES</a:t>
          </a:r>
        </a:p>
      </dgm:t>
    </dgm:pt>
    <dgm:pt modelId="{FB856AA2-017C-4C65-BBE0-268FD644FC72}" type="parTrans" cxnId="{3BA516E9-050F-4F29-96A8-8BAA242200D9}">
      <dgm:prSet/>
      <dgm:spPr/>
    </dgm:pt>
    <dgm:pt modelId="{12CF9BC5-9C35-4476-8B05-690AA17521E0}" type="sibTrans" cxnId="{3BA516E9-050F-4F29-96A8-8BAA242200D9}">
      <dgm:prSet/>
      <dgm:spPr/>
    </dgm:pt>
    <dgm:pt modelId="{1D4EAB99-2D77-4DE5-B32A-9EE1C99E630F}" type="pres">
      <dgm:prSet presAssocID="{2CB88847-E7B4-42E5-B68D-E776F8BCA095}" presName="root" presStyleCnt="0">
        <dgm:presLayoutVars>
          <dgm:dir/>
          <dgm:resizeHandles val="exact"/>
        </dgm:presLayoutVars>
      </dgm:prSet>
      <dgm:spPr/>
    </dgm:pt>
    <dgm:pt modelId="{A6CB9D88-A3EB-4199-96F8-6AFC9874C9A1}" type="pres">
      <dgm:prSet presAssocID="{A758026A-84CC-43F3-8FB9-FB156BA96445}" presName="compNode" presStyleCnt="0"/>
      <dgm:spPr/>
    </dgm:pt>
    <dgm:pt modelId="{490F8020-B0F0-4B21-BA5B-13E5487F13BF}" type="pres">
      <dgm:prSet presAssocID="{A758026A-84CC-43F3-8FB9-FB156BA96445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C0DED43-17FE-40CC-B36A-027A8123F459}" type="pres">
      <dgm:prSet presAssocID="{A758026A-84CC-43F3-8FB9-FB156BA9644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uclier coche avec un remplissage uni"/>
        </a:ext>
      </dgm:extLst>
    </dgm:pt>
    <dgm:pt modelId="{BA882CC4-6723-4B52-84A2-93CE658C6669}" type="pres">
      <dgm:prSet presAssocID="{A758026A-84CC-43F3-8FB9-FB156BA96445}" presName="spaceRect" presStyleCnt="0"/>
      <dgm:spPr/>
    </dgm:pt>
    <dgm:pt modelId="{9F53F21B-5D3B-43E1-8600-E162BBB424D2}" type="pres">
      <dgm:prSet presAssocID="{A758026A-84CC-43F3-8FB9-FB156BA96445}" presName="textRect" presStyleLbl="revTx" presStyleIdx="0" presStyleCnt="2">
        <dgm:presLayoutVars>
          <dgm:chMax val="1"/>
          <dgm:chPref val="1"/>
        </dgm:presLayoutVars>
      </dgm:prSet>
      <dgm:spPr/>
    </dgm:pt>
    <dgm:pt modelId="{9383FBB4-0D1D-4067-9643-BC1A768E0E83}" type="pres">
      <dgm:prSet presAssocID="{12CF9BC5-9C35-4476-8B05-690AA17521E0}" presName="sibTrans" presStyleCnt="0"/>
      <dgm:spPr/>
    </dgm:pt>
    <dgm:pt modelId="{48A11D54-C378-42B7-AF0B-FA43170A63B9}" type="pres">
      <dgm:prSet presAssocID="{DA506A31-968E-4BDC-87D1-AF5323324B6E}" presName="compNode" presStyleCnt="0"/>
      <dgm:spPr/>
    </dgm:pt>
    <dgm:pt modelId="{2EB6087B-447D-4385-9481-D60E2A398B7E}" type="pres">
      <dgm:prSet presAssocID="{DA506A31-968E-4BDC-87D1-AF5323324B6E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13A343F-7A2C-46F0-A0AB-2DE11B84E6D2}" type="pres">
      <dgm:prSet presAssocID="{DA506A31-968E-4BDC-87D1-AF5323324B6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CF74F5F-C39E-4BEA-A698-E00190D94FC9}" type="pres">
      <dgm:prSet presAssocID="{DA506A31-968E-4BDC-87D1-AF5323324B6E}" presName="spaceRect" presStyleCnt="0"/>
      <dgm:spPr/>
    </dgm:pt>
    <dgm:pt modelId="{E22C1493-EE28-45C3-8958-30654266B32C}" type="pres">
      <dgm:prSet presAssocID="{DA506A31-968E-4BDC-87D1-AF5323324B6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DECD61F-62F5-428E-8189-D6576795205D}" type="presOf" srcId="{2CB88847-E7B4-42E5-B68D-E776F8BCA095}" destId="{1D4EAB99-2D77-4DE5-B32A-9EE1C99E630F}" srcOrd="0" destOrd="0" presId="urn:microsoft.com/office/officeart/2018/5/layout/IconLeafLabelList"/>
    <dgm:cxn modelId="{64830943-759B-4C32-B878-9F903B19365D}" type="presOf" srcId="{DA506A31-968E-4BDC-87D1-AF5323324B6E}" destId="{E22C1493-EE28-45C3-8958-30654266B32C}" srcOrd="0" destOrd="0" presId="urn:microsoft.com/office/officeart/2018/5/layout/IconLeafLabelList"/>
    <dgm:cxn modelId="{262DFD63-B112-4AA4-AF17-33D3B9524043}" srcId="{2CB88847-E7B4-42E5-B68D-E776F8BCA095}" destId="{DA506A31-968E-4BDC-87D1-AF5323324B6E}" srcOrd="1" destOrd="0" parTransId="{5CC0E1DA-8E9B-4722-944D-5D2FF0CF883B}" sibTransId="{3944C18E-FB0F-4EA9-8A1C-F9A606045BAA}"/>
    <dgm:cxn modelId="{50DD1596-0EC2-403F-A26A-B34A91EFF88F}" type="presOf" srcId="{A758026A-84CC-43F3-8FB9-FB156BA96445}" destId="{9F53F21B-5D3B-43E1-8600-E162BBB424D2}" srcOrd="0" destOrd="0" presId="urn:microsoft.com/office/officeart/2018/5/layout/IconLeafLabelList"/>
    <dgm:cxn modelId="{3BA516E9-050F-4F29-96A8-8BAA242200D9}" srcId="{2CB88847-E7B4-42E5-B68D-E776F8BCA095}" destId="{A758026A-84CC-43F3-8FB9-FB156BA96445}" srcOrd="0" destOrd="0" parTransId="{FB856AA2-017C-4C65-BBE0-268FD644FC72}" sibTransId="{12CF9BC5-9C35-4476-8B05-690AA17521E0}"/>
    <dgm:cxn modelId="{761AB8D4-41B5-44DD-876A-731D8FCC5890}" type="presParOf" srcId="{1D4EAB99-2D77-4DE5-B32A-9EE1C99E630F}" destId="{A6CB9D88-A3EB-4199-96F8-6AFC9874C9A1}" srcOrd="0" destOrd="0" presId="urn:microsoft.com/office/officeart/2018/5/layout/IconLeafLabelList"/>
    <dgm:cxn modelId="{8D4D85D1-4609-4506-97D9-9B22AA856434}" type="presParOf" srcId="{A6CB9D88-A3EB-4199-96F8-6AFC9874C9A1}" destId="{490F8020-B0F0-4B21-BA5B-13E5487F13BF}" srcOrd="0" destOrd="0" presId="urn:microsoft.com/office/officeart/2018/5/layout/IconLeafLabelList"/>
    <dgm:cxn modelId="{E88E9603-17BB-427E-BE55-ED539802FF0A}" type="presParOf" srcId="{A6CB9D88-A3EB-4199-96F8-6AFC9874C9A1}" destId="{CC0DED43-17FE-40CC-B36A-027A8123F459}" srcOrd="1" destOrd="0" presId="urn:microsoft.com/office/officeart/2018/5/layout/IconLeafLabelList"/>
    <dgm:cxn modelId="{0679F169-51D5-41EF-B82A-12F4ACF8AD1C}" type="presParOf" srcId="{A6CB9D88-A3EB-4199-96F8-6AFC9874C9A1}" destId="{BA882CC4-6723-4B52-84A2-93CE658C6669}" srcOrd="2" destOrd="0" presId="urn:microsoft.com/office/officeart/2018/5/layout/IconLeafLabelList"/>
    <dgm:cxn modelId="{D72F466C-36FE-448B-9216-9DC6A582D089}" type="presParOf" srcId="{A6CB9D88-A3EB-4199-96F8-6AFC9874C9A1}" destId="{9F53F21B-5D3B-43E1-8600-E162BBB424D2}" srcOrd="3" destOrd="0" presId="urn:microsoft.com/office/officeart/2018/5/layout/IconLeafLabelList"/>
    <dgm:cxn modelId="{32C40790-885A-4C01-834A-A44EB1D83998}" type="presParOf" srcId="{1D4EAB99-2D77-4DE5-B32A-9EE1C99E630F}" destId="{9383FBB4-0D1D-4067-9643-BC1A768E0E83}" srcOrd="1" destOrd="0" presId="urn:microsoft.com/office/officeart/2018/5/layout/IconLeafLabelList"/>
    <dgm:cxn modelId="{82BF7DE4-E7E7-408F-8608-1087A4A658CB}" type="presParOf" srcId="{1D4EAB99-2D77-4DE5-B32A-9EE1C99E630F}" destId="{48A11D54-C378-42B7-AF0B-FA43170A63B9}" srcOrd="2" destOrd="0" presId="urn:microsoft.com/office/officeart/2018/5/layout/IconLeafLabelList"/>
    <dgm:cxn modelId="{90CFDF97-F1F7-4643-B4E0-50681BF8F03A}" type="presParOf" srcId="{48A11D54-C378-42B7-AF0B-FA43170A63B9}" destId="{2EB6087B-447D-4385-9481-D60E2A398B7E}" srcOrd="0" destOrd="0" presId="urn:microsoft.com/office/officeart/2018/5/layout/IconLeafLabelList"/>
    <dgm:cxn modelId="{9E7BFB50-4126-447C-B3DD-42394909AFCB}" type="presParOf" srcId="{48A11D54-C378-42B7-AF0B-FA43170A63B9}" destId="{F13A343F-7A2C-46F0-A0AB-2DE11B84E6D2}" srcOrd="1" destOrd="0" presId="urn:microsoft.com/office/officeart/2018/5/layout/IconLeafLabelList"/>
    <dgm:cxn modelId="{BAD95B3A-F78A-46C5-B5BB-FA157A3513A5}" type="presParOf" srcId="{48A11D54-C378-42B7-AF0B-FA43170A63B9}" destId="{0CF74F5F-C39E-4BEA-A698-E00190D94FC9}" srcOrd="2" destOrd="0" presId="urn:microsoft.com/office/officeart/2018/5/layout/IconLeafLabelList"/>
    <dgm:cxn modelId="{1B802BA6-B5CB-4BBD-8ADF-19EF8C7919E6}" type="presParOf" srcId="{48A11D54-C378-42B7-AF0B-FA43170A63B9}" destId="{E22C1493-EE28-45C3-8958-30654266B32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0F3B9B-DC8D-48CD-9A45-3147148A800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317D3E6-DF80-40E6-A76D-6DD8513AE01E}">
      <dgm:prSet/>
      <dgm:spPr/>
      <dgm:t>
        <a:bodyPr/>
        <a:lstStyle/>
        <a:p>
          <a:pPr>
            <a:defRPr b="1"/>
          </a:pPr>
          <a:r>
            <a:rPr lang="en-US">
              <a:latin typeface="Avenir Next LT Pro"/>
            </a:rPr>
            <a:t>NGINX</a:t>
          </a:r>
          <a:endParaRPr lang="en-US"/>
        </a:p>
      </dgm:t>
    </dgm:pt>
    <dgm:pt modelId="{EB508FAE-F503-433D-A9A8-444982EAF163}" type="parTrans" cxnId="{09113AF2-9D77-4B98-8ECB-059E393CFC6B}">
      <dgm:prSet/>
      <dgm:spPr/>
      <dgm:t>
        <a:bodyPr/>
        <a:lstStyle/>
        <a:p>
          <a:endParaRPr lang="en-US"/>
        </a:p>
      </dgm:t>
    </dgm:pt>
    <dgm:pt modelId="{4FB81E3A-0AC5-4662-9760-013079B1C8E3}" type="sibTrans" cxnId="{09113AF2-9D77-4B98-8ECB-059E393CFC6B}">
      <dgm:prSet/>
      <dgm:spPr/>
      <dgm:t>
        <a:bodyPr/>
        <a:lstStyle/>
        <a:p>
          <a:endParaRPr lang="en-US"/>
        </a:p>
      </dgm:t>
    </dgm:pt>
    <dgm:pt modelId="{143E2B88-9626-4639-ACDF-E47F7AFC294A}">
      <dgm:prSet/>
      <dgm:spPr/>
      <dgm:t>
        <a:bodyPr/>
        <a:lstStyle/>
        <a:p>
          <a:r>
            <a:rPr lang="en-US"/>
            <a:t>ARCHITECTURE</a:t>
          </a:r>
        </a:p>
      </dgm:t>
    </dgm:pt>
    <dgm:pt modelId="{9D6A588D-0A81-445B-930F-C3C24DB9A17B}" type="parTrans" cxnId="{FBDB3022-ACC5-48FD-83F6-13209A32DF4A}">
      <dgm:prSet/>
      <dgm:spPr/>
      <dgm:t>
        <a:bodyPr/>
        <a:lstStyle/>
        <a:p>
          <a:endParaRPr lang="en-US"/>
        </a:p>
      </dgm:t>
    </dgm:pt>
    <dgm:pt modelId="{EFEE3744-2E8C-45D8-831D-323D106100BA}" type="sibTrans" cxnId="{FBDB3022-ACC5-48FD-83F6-13209A32DF4A}">
      <dgm:prSet/>
      <dgm:spPr/>
      <dgm:t>
        <a:bodyPr/>
        <a:lstStyle/>
        <a:p>
          <a:endParaRPr lang="en-US"/>
        </a:p>
      </dgm:t>
    </dgm:pt>
    <dgm:pt modelId="{72EA7BD8-E831-4A83-910D-1B6D64C149AE}">
      <dgm:prSet/>
      <dgm:spPr/>
      <dgm:t>
        <a:bodyPr/>
        <a:lstStyle/>
        <a:p>
          <a:r>
            <a:rPr lang="en-US"/>
            <a:t>RAPIDITE</a:t>
          </a:r>
        </a:p>
      </dgm:t>
    </dgm:pt>
    <dgm:pt modelId="{F839DB97-9B36-4924-BF67-664B9735A680}" type="parTrans" cxnId="{2BB50783-B07B-4015-930F-92BB63F13F32}">
      <dgm:prSet/>
      <dgm:spPr/>
      <dgm:t>
        <a:bodyPr/>
        <a:lstStyle/>
        <a:p>
          <a:endParaRPr lang="en-US"/>
        </a:p>
      </dgm:t>
    </dgm:pt>
    <dgm:pt modelId="{91C29E02-26D2-42F5-B1E9-DEFFA4D77A85}" type="sibTrans" cxnId="{2BB50783-B07B-4015-930F-92BB63F13F32}">
      <dgm:prSet/>
      <dgm:spPr/>
      <dgm:t>
        <a:bodyPr/>
        <a:lstStyle/>
        <a:p>
          <a:endParaRPr lang="en-US"/>
        </a:p>
      </dgm:t>
    </dgm:pt>
    <dgm:pt modelId="{EEFD936A-9196-40D4-BCAA-D7079977595F}">
      <dgm:prSet/>
      <dgm:spPr/>
      <dgm:t>
        <a:bodyPr/>
        <a:lstStyle/>
        <a:p>
          <a:r>
            <a:rPr lang="en-US"/>
            <a:t>MODULE</a:t>
          </a:r>
        </a:p>
      </dgm:t>
    </dgm:pt>
    <dgm:pt modelId="{FEBF5D25-C121-42A8-939D-7742F5A11FEA}" type="parTrans" cxnId="{51252301-1115-4295-8D14-986BE189A0DE}">
      <dgm:prSet/>
      <dgm:spPr/>
      <dgm:t>
        <a:bodyPr/>
        <a:lstStyle/>
        <a:p>
          <a:endParaRPr lang="en-US"/>
        </a:p>
      </dgm:t>
    </dgm:pt>
    <dgm:pt modelId="{1A5390A9-D904-4F7E-96AD-E04A902EF4FE}" type="sibTrans" cxnId="{51252301-1115-4295-8D14-986BE189A0DE}">
      <dgm:prSet/>
      <dgm:spPr/>
      <dgm:t>
        <a:bodyPr/>
        <a:lstStyle/>
        <a:p>
          <a:endParaRPr lang="en-US"/>
        </a:p>
      </dgm:t>
    </dgm:pt>
    <dgm:pt modelId="{67BD29FE-C5BD-42FE-9F50-C84A64E0FFC5}">
      <dgm:prSet/>
      <dgm:spPr/>
      <dgm:t>
        <a:bodyPr/>
        <a:lstStyle/>
        <a:p>
          <a:pPr>
            <a:defRPr b="1"/>
          </a:pPr>
          <a:r>
            <a:rPr lang="en-US"/>
            <a:t>APACHE</a:t>
          </a:r>
        </a:p>
      </dgm:t>
    </dgm:pt>
    <dgm:pt modelId="{696729D4-69AD-41AF-B156-3ED36B74B7DC}" type="parTrans" cxnId="{C31DE4B3-747E-4AF5-A08D-DB2A9FA8B040}">
      <dgm:prSet/>
      <dgm:spPr/>
      <dgm:t>
        <a:bodyPr/>
        <a:lstStyle/>
        <a:p>
          <a:endParaRPr lang="en-US"/>
        </a:p>
      </dgm:t>
    </dgm:pt>
    <dgm:pt modelId="{8F71E4DF-D1CC-4A6C-9581-0B0B3077602A}" type="sibTrans" cxnId="{C31DE4B3-747E-4AF5-A08D-DB2A9FA8B040}">
      <dgm:prSet/>
      <dgm:spPr/>
      <dgm:t>
        <a:bodyPr/>
        <a:lstStyle/>
        <a:p>
          <a:endParaRPr lang="en-US"/>
        </a:p>
      </dgm:t>
    </dgm:pt>
    <dgm:pt modelId="{10D08322-E442-43C8-B7A8-8DAA2E819AA1}">
      <dgm:prSet/>
      <dgm:spPr/>
      <dgm:t>
        <a:bodyPr/>
        <a:lstStyle/>
        <a:p>
          <a:r>
            <a:rPr lang="en-US"/>
            <a:t>SYSTEME D'EXPLOITATION</a:t>
          </a:r>
        </a:p>
      </dgm:t>
    </dgm:pt>
    <dgm:pt modelId="{F60DEC05-D369-48C7-9718-CBE4801B66D5}" type="parTrans" cxnId="{D278177A-58D7-47F1-96D0-B5DC00433873}">
      <dgm:prSet/>
      <dgm:spPr/>
      <dgm:t>
        <a:bodyPr/>
        <a:lstStyle/>
        <a:p>
          <a:endParaRPr lang="en-US"/>
        </a:p>
      </dgm:t>
    </dgm:pt>
    <dgm:pt modelId="{C550BD6C-7880-461D-A2F1-06DC6B550811}" type="sibTrans" cxnId="{D278177A-58D7-47F1-96D0-B5DC00433873}">
      <dgm:prSet/>
      <dgm:spPr/>
      <dgm:t>
        <a:bodyPr/>
        <a:lstStyle/>
        <a:p>
          <a:endParaRPr lang="en-US"/>
        </a:p>
      </dgm:t>
    </dgm:pt>
    <dgm:pt modelId="{6F549C2D-BBFA-453C-A735-B47EE4A21716}">
      <dgm:prSet/>
      <dgm:spPr/>
      <dgm:t>
        <a:bodyPr/>
        <a:lstStyle/>
        <a:p>
          <a:r>
            <a:rPr lang="en-US"/>
            <a:t>CONFIGURATION</a:t>
          </a:r>
        </a:p>
      </dgm:t>
    </dgm:pt>
    <dgm:pt modelId="{AD734138-5557-43A1-9599-FA3E07538E05}" type="parTrans" cxnId="{EE94716F-4716-46FE-84E6-557515D8EC32}">
      <dgm:prSet/>
      <dgm:spPr/>
      <dgm:t>
        <a:bodyPr/>
        <a:lstStyle/>
        <a:p>
          <a:endParaRPr lang="en-US"/>
        </a:p>
      </dgm:t>
    </dgm:pt>
    <dgm:pt modelId="{2754C09B-CA1F-49D1-9C73-39EB80BEDF30}" type="sibTrans" cxnId="{EE94716F-4716-46FE-84E6-557515D8EC32}">
      <dgm:prSet/>
      <dgm:spPr/>
      <dgm:t>
        <a:bodyPr/>
        <a:lstStyle/>
        <a:p>
          <a:endParaRPr lang="en-US"/>
        </a:p>
      </dgm:t>
    </dgm:pt>
    <dgm:pt modelId="{07AA32D8-9AAB-439B-A0E9-A8B05A014EF6}" type="pres">
      <dgm:prSet presAssocID="{730F3B9B-DC8D-48CD-9A45-3147148A8006}" presName="linear" presStyleCnt="0">
        <dgm:presLayoutVars>
          <dgm:animLvl val="lvl"/>
          <dgm:resizeHandles val="exact"/>
        </dgm:presLayoutVars>
      </dgm:prSet>
      <dgm:spPr/>
    </dgm:pt>
    <dgm:pt modelId="{1418DF67-9402-4425-8FCD-09A548832957}" type="pres">
      <dgm:prSet presAssocID="{9317D3E6-DF80-40E6-A76D-6DD8513AE01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564176B-2538-49A9-B006-A81B62638BAC}" type="pres">
      <dgm:prSet presAssocID="{9317D3E6-DF80-40E6-A76D-6DD8513AE01E}" presName="childText" presStyleLbl="revTx" presStyleIdx="0" presStyleCnt="2">
        <dgm:presLayoutVars>
          <dgm:bulletEnabled val="1"/>
        </dgm:presLayoutVars>
      </dgm:prSet>
      <dgm:spPr/>
    </dgm:pt>
    <dgm:pt modelId="{F1270775-3EF4-4F2E-A907-90C3F4DE80B7}" type="pres">
      <dgm:prSet presAssocID="{67BD29FE-C5BD-42FE-9F50-C84A64E0FFC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03BF49E-D433-4ECD-8F27-8C87CB44F34F}" type="pres">
      <dgm:prSet presAssocID="{67BD29FE-C5BD-42FE-9F50-C84A64E0FFC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1252301-1115-4295-8D14-986BE189A0DE}" srcId="{9317D3E6-DF80-40E6-A76D-6DD8513AE01E}" destId="{EEFD936A-9196-40D4-BCAA-D7079977595F}" srcOrd="2" destOrd="0" parTransId="{FEBF5D25-C121-42A8-939D-7742F5A11FEA}" sibTransId="{1A5390A9-D904-4F7E-96AD-E04A902EF4FE}"/>
    <dgm:cxn modelId="{E4AB4E1A-8AA6-4F27-85CC-4322B85964DB}" type="presOf" srcId="{6F549C2D-BBFA-453C-A735-B47EE4A21716}" destId="{A03BF49E-D433-4ECD-8F27-8C87CB44F34F}" srcOrd="0" destOrd="1" presId="urn:microsoft.com/office/officeart/2005/8/layout/vList2"/>
    <dgm:cxn modelId="{2C603F1B-E039-47CE-9A5F-49DA9C61F1B0}" type="presOf" srcId="{72EA7BD8-E831-4A83-910D-1B6D64C149AE}" destId="{5564176B-2538-49A9-B006-A81B62638BAC}" srcOrd="0" destOrd="1" presId="urn:microsoft.com/office/officeart/2005/8/layout/vList2"/>
    <dgm:cxn modelId="{FBDB3022-ACC5-48FD-83F6-13209A32DF4A}" srcId="{9317D3E6-DF80-40E6-A76D-6DD8513AE01E}" destId="{143E2B88-9626-4639-ACDF-E47F7AFC294A}" srcOrd="0" destOrd="0" parTransId="{9D6A588D-0A81-445B-930F-C3C24DB9A17B}" sibTransId="{EFEE3744-2E8C-45D8-831D-323D106100BA}"/>
    <dgm:cxn modelId="{6751033A-4988-48E4-8C88-55E0E67DC419}" type="presOf" srcId="{10D08322-E442-43C8-B7A8-8DAA2E819AA1}" destId="{A03BF49E-D433-4ECD-8F27-8C87CB44F34F}" srcOrd="0" destOrd="0" presId="urn:microsoft.com/office/officeart/2005/8/layout/vList2"/>
    <dgm:cxn modelId="{EE94716F-4716-46FE-84E6-557515D8EC32}" srcId="{67BD29FE-C5BD-42FE-9F50-C84A64E0FFC5}" destId="{6F549C2D-BBFA-453C-A735-B47EE4A21716}" srcOrd="1" destOrd="0" parTransId="{AD734138-5557-43A1-9599-FA3E07538E05}" sibTransId="{2754C09B-CA1F-49D1-9C73-39EB80BEDF30}"/>
    <dgm:cxn modelId="{602EC971-0760-459C-8C74-077C75D901AA}" type="presOf" srcId="{67BD29FE-C5BD-42FE-9F50-C84A64E0FFC5}" destId="{F1270775-3EF4-4F2E-A907-90C3F4DE80B7}" srcOrd="0" destOrd="0" presId="urn:microsoft.com/office/officeart/2005/8/layout/vList2"/>
    <dgm:cxn modelId="{D278177A-58D7-47F1-96D0-B5DC00433873}" srcId="{67BD29FE-C5BD-42FE-9F50-C84A64E0FFC5}" destId="{10D08322-E442-43C8-B7A8-8DAA2E819AA1}" srcOrd="0" destOrd="0" parTransId="{F60DEC05-D369-48C7-9718-CBE4801B66D5}" sibTransId="{C550BD6C-7880-461D-A2F1-06DC6B550811}"/>
    <dgm:cxn modelId="{2BB50783-B07B-4015-930F-92BB63F13F32}" srcId="{9317D3E6-DF80-40E6-A76D-6DD8513AE01E}" destId="{72EA7BD8-E831-4A83-910D-1B6D64C149AE}" srcOrd="1" destOrd="0" parTransId="{F839DB97-9B36-4924-BF67-664B9735A680}" sibTransId="{91C29E02-26D2-42F5-B1E9-DEFFA4D77A85}"/>
    <dgm:cxn modelId="{09731DAB-8467-4E88-91DF-E8ABD0A1923C}" type="presOf" srcId="{9317D3E6-DF80-40E6-A76D-6DD8513AE01E}" destId="{1418DF67-9402-4425-8FCD-09A548832957}" srcOrd="0" destOrd="0" presId="urn:microsoft.com/office/officeart/2005/8/layout/vList2"/>
    <dgm:cxn modelId="{029014AE-A3CA-468F-BA2F-205346DAFCDD}" type="presOf" srcId="{143E2B88-9626-4639-ACDF-E47F7AFC294A}" destId="{5564176B-2538-49A9-B006-A81B62638BAC}" srcOrd="0" destOrd="0" presId="urn:microsoft.com/office/officeart/2005/8/layout/vList2"/>
    <dgm:cxn modelId="{C31DE4B3-747E-4AF5-A08D-DB2A9FA8B040}" srcId="{730F3B9B-DC8D-48CD-9A45-3147148A8006}" destId="{67BD29FE-C5BD-42FE-9F50-C84A64E0FFC5}" srcOrd="1" destOrd="0" parTransId="{696729D4-69AD-41AF-B156-3ED36B74B7DC}" sibTransId="{8F71E4DF-D1CC-4A6C-9581-0B0B3077602A}"/>
    <dgm:cxn modelId="{BFBBF7CF-3710-422D-8EFB-151782642BE3}" type="presOf" srcId="{730F3B9B-DC8D-48CD-9A45-3147148A8006}" destId="{07AA32D8-9AAB-439B-A0E9-A8B05A014EF6}" srcOrd="0" destOrd="0" presId="urn:microsoft.com/office/officeart/2005/8/layout/vList2"/>
    <dgm:cxn modelId="{A7420BD1-AEDA-4BCE-AECB-B7B8B541FA2A}" type="presOf" srcId="{EEFD936A-9196-40D4-BCAA-D7079977595F}" destId="{5564176B-2538-49A9-B006-A81B62638BAC}" srcOrd="0" destOrd="2" presId="urn:microsoft.com/office/officeart/2005/8/layout/vList2"/>
    <dgm:cxn modelId="{09113AF2-9D77-4B98-8ECB-059E393CFC6B}" srcId="{730F3B9B-DC8D-48CD-9A45-3147148A8006}" destId="{9317D3E6-DF80-40E6-A76D-6DD8513AE01E}" srcOrd="0" destOrd="0" parTransId="{EB508FAE-F503-433D-A9A8-444982EAF163}" sibTransId="{4FB81E3A-0AC5-4662-9760-013079B1C8E3}"/>
    <dgm:cxn modelId="{5BD7D05C-47D0-46BD-B8F3-994CE63AD505}" type="presParOf" srcId="{07AA32D8-9AAB-439B-A0E9-A8B05A014EF6}" destId="{1418DF67-9402-4425-8FCD-09A548832957}" srcOrd="0" destOrd="0" presId="urn:microsoft.com/office/officeart/2005/8/layout/vList2"/>
    <dgm:cxn modelId="{B5A1B6E4-78BE-424D-B625-16D975A94003}" type="presParOf" srcId="{07AA32D8-9AAB-439B-A0E9-A8B05A014EF6}" destId="{5564176B-2538-49A9-B006-A81B62638BAC}" srcOrd="1" destOrd="0" presId="urn:microsoft.com/office/officeart/2005/8/layout/vList2"/>
    <dgm:cxn modelId="{71C4F957-9ECB-456D-AA66-BB77EF489CF6}" type="presParOf" srcId="{07AA32D8-9AAB-439B-A0E9-A8B05A014EF6}" destId="{F1270775-3EF4-4F2E-A907-90C3F4DE80B7}" srcOrd="2" destOrd="0" presId="urn:microsoft.com/office/officeart/2005/8/layout/vList2"/>
    <dgm:cxn modelId="{4BA1577D-2AD5-4270-8FE8-7D38AF17A118}" type="presParOf" srcId="{07AA32D8-9AAB-439B-A0E9-A8B05A014EF6}" destId="{A03BF49E-D433-4ECD-8F27-8C87CB44F34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2A926-A354-4E6B-8685-D7146131B52B}">
      <dsp:nvSpPr>
        <dsp:cNvPr id="0" name=""/>
        <dsp:cNvSpPr/>
      </dsp:nvSpPr>
      <dsp:spPr>
        <a:xfrm>
          <a:off x="0" y="725"/>
          <a:ext cx="7240146" cy="16977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7F26D-FC99-40F0-B8F9-7694394B47F0}">
      <dsp:nvSpPr>
        <dsp:cNvPr id="0" name=""/>
        <dsp:cNvSpPr/>
      </dsp:nvSpPr>
      <dsp:spPr>
        <a:xfrm>
          <a:off x="513571" y="382720"/>
          <a:ext cx="933766" cy="9337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FB386-98A8-41B7-A8B7-493892EBA207}">
      <dsp:nvSpPr>
        <dsp:cNvPr id="0" name=""/>
        <dsp:cNvSpPr/>
      </dsp:nvSpPr>
      <dsp:spPr>
        <a:xfrm>
          <a:off x="1960909" y="725"/>
          <a:ext cx="5279236" cy="169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679" tIns="179679" rIns="179679" bIns="1796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CONFIGURATION DE BASE</a:t>
          </a:r>
        </a:p>
      </dsp:txBody>
      <dsp:txXfrm>
        <a:off x="1960909" y="725"/>
        <a:ext cx="5279236" cy="1697756"/>
      </dsp:txXfrm>
    </dsp:sp>
    <dsp:sp modelId="{FF255409-E4E5-4211-8072-FDF80F32D5D9}">
      <dsp:nvSpPr>
        <dsp:cNvPr id="0" name=""/>
        <dsp:cNvSpPr/>
      </dsp:nvSpPr>
      <dsp:spPr>
        <a:xfrm>
          <a:off x="0" y="2122921"/>
          <a:ext cx="7240146" cy="16977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9C61E-47E4-4354-870E-04F4516F00E2}">
      <dsp:nvSpPr>
        <dsp:cNvPr id="0" name=""/>
        <dsp:cNvSpPr/>
      </dsp:nvSpPr>
      <dsp:spPr>
        <a:xfrm>
          <a:off x="513571" y="2504916"/>
          <a:ext cx="933766" cy="9337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300A5-D3B3-4C84-ADDE-EB97C320F274}">
      <dsp:nvSpPr>
        <dsp:cNvPr id="0" name=""/>
        <dsp:cNvSpPr/>
      </dsp:nvSpPr>
      <dsp:spPr>
        <a:xfrm>
          <a:off x="1960909" y="2122921"/>
          <a:ext cx="5279236" cy="169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679" tIns="179679" rIns="179679" bIns="1796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SECURITE ET OPTIMISATION</a:t>
          </a:r>
        </a:p>
      </dsp:txBody>
      <dsp:txXfrm>
        <a:off x="1960909" y="2122921"/>
        <a:ext cx="5279236" cy="1697756"/>
      </dsp:txXfrm>
    </dsp:sp>
    <dsp:sp modelId="{B1FBF201-4BF4-4814-9E84-47E16177E641}">
      <dsp:nvSpPr>
        <dsp:cNvPr id="0" name=""/>
        <dsp:cNvSpPr/>
      </dsp:nvSpPr>
      <dsp:spPr>
        <a:xfrm>
          <a:off x="0" y="4245117"/>
          <a:ext cx="7240146" cy="16977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C187B-0D35-43ED-A93C-8B973F7BD262}">
      <dsp:nvSpPr>
        <dsp:cNvPr id="0" name=""/>
        <dsp:cNvSpPr/>
      </dsp:nvSpPr>
      <dsp:spPr>
        <a:xfrm>
          <a:off x="513571" y="4627112"/>
          <a:ext cx="933766" cy="9337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ED5D3-6DD6-4165-BD15-A7A6375B6080}">
      <dsp:nvSpPr>
        <dsp:cNvPr id="0" name=""/>
        <dsp:cNvSpPr/>
      </dsp:nvSpPr>
      <dsp:spPr>
        <a:xfrm>
          <a:off x="1960909" y="4245117"/>
          <a:ext cx="5279236" cy="1697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679" tIns="179679" rIns="179679" bIns="1796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INTERFACE GRAPHIQUE</a:t>
          </a:r>
        </a:p>
      </dsp:txBody>
      <dsp:txXfrm>
        <a:off x="1960909" y="4245117"/>
        <a:ext cx="5279236" cy="1697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F08C56-A541-407B-B711-BE5BFE15D149}">
      <dsp:nvSpPr>
        <dsp:cNvPr id="0" name=""/>
        <dsp:cNvSpPr/>
      </dsp:nvSpPr>
      <dsp:spPr>
        <a:xfrm>
          <a:off x="0" y="945627"/>
          <a:ext cx="3103039" cy="1970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AA8AE-8272-4298-BAC2-F6605F656D65}">
      <dsp:nvSpPr>
        <dsp:cNvPr id="0" name=""/>
        <dsp:cNvSpPr/>
      </dsp:nvSpPr>
      <dsp:spPr>
        <a:xfrm>
          <a:off x="344782" y="1273171"/>
          <a:ext cx="3103039" cy="19704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800" kern="1200"/>
            <a:t>CREATION DES SITE</a:t>
          </a:r>
        </a:p>
      </dsp:txBody>
      <dsp:txXfrm>
        <a:off x="402494" y="1330883"/>
        <a:ext cx="2987615" cy="1855006"/>
      </dsp:txXfrm>
    </dsp:sp>
    <dsp:sp modelId="{4B0995E4-6BED-4EFB-8D61-CEFE02A4E87E}">
      <dsp:nvSpPr>
        <dsp:cNvPr id="0" name=""/>
        <dsp:cNvSpPr/>
      </dsp:nvSpPr>
      <dsp:spPr>
        <a:xfrm>
          <a:off x="3792603" y="945627"/>
          <a:ext cx="3103039" cy="1970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F19E5-C8B1-4E21-8D2B-482C5A8A61D4}">
      <dsp:nvSpPr>
        <dsp:cNvPr id="0" name=""/>
        <dsp:cNvSpPr/>
      </dsp:nvSpPr>
      <dsp:spPr>
        <a:xfrm>
          <a:off x="4137385" y="1273171"/>
          <a:ext cx="3103039" cy="19704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800" kern="1200"/>
            <a:t>CONTROLE D'ACCES</a:t>
          </a:r>
        </a:p>
      </dsp:txBody>
      <dsp:txXfrm>
        <a:off x="4195097" y="1330883"/>
        <a:ext cx="2987615" cy="1855006"/>
      </dsp:txXfrm>
    </dsp:sp>
    <dsp:sp modelId="{15CCE567-9673-49DF-A21D-BA681EB08904}">
      <dsp:nvSpPr>
        <dsp:cNvPr id="0" name=""/>
        <dsp:cNvSpPr/>
      </dsp:nvSpPr>
      <dsp:spPr>
        <a:xfrm>
          <a:off x="7585207" y="945627"/>
          <a:ext cx="3103039" cy="19704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BABC9-7C7C-4292-8DCC-93665775854E}">
      <dsp:nvSpPr>
        <dsp:cNvPr id="0" name=""/>
        <dsp:cNvSpPr/>
      </dsp:nvSpPr>
      <dsp:spPr>
        <a:xfrm>
          <a:off x="7929989" y="1273171"/>
          <a:ext cx="3103039" cy="19704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800" kern="1200"/>
            <a:t>SERVEUR VIRTUEL</a:t>
          </a:r>
        </a:p>
      </dsp:txBody>
      <dsp:txXfrm>
        <a:off x="7987701" y="1330883"/>
        <a:ext cx="2987615" cy="18550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F8020-B0F0-4B21-BA5B-13E5487F13BF}">
      <dsp:nvSpPr>
        <dsp:cNvPr id="0" name=""/>
        <dsp:cNvSpPr/>
      </dsp:nvSpPr>
      <dsp:spPr>
        <a:xfrm>
          <a:off x="877870" y="35839"/>
          <a:ext cx="1269562" cy="126956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DED43-17FE-40CC-B36A-027A8123F459}">
      <dsp:nvSpPr>
        <dsp:cNvPr id="0" name=""/>
        <dsp:cNvSpPr/>
      </dsp:nvSpPr>
      <dsp:spPr>
        <a:xfrm>
          <a:off x="1148432" y="306401"/>
          <a:ext cx="728437" cy="728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3F21B-5D3B-43E1-8600-E162BBB424D2}">
      <dsp:nvSpPr>
        <dsp:cNvPr id="0" name=""/>
        <dsp:cNvSpPr/>
      </dsp:nvSpPr>
      <dsp:spPr>
        <a:xfrm>
          <a:off x="472026" y="1700839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>
              <a:latin typeface="Avenir Next LT Pro"/>
            </a:rPr>
            <a:t>SECURITE DES DONNES</a:t>
          </a:r>
        </a:p>
      </dsp:txBody>
      <dsp:txXfrm>
        <a:off x="472026" y="1700839"/>
        <a:ext cx="2081250" cy="720000"/>
      </dsp:txXfrm>
    </dsp:sp>
    <dsp:sp modelId="{2EB6087B-447D-4385-9481-D60E2A398B7E}">
      <dsp:nvSpPr>
        <dsp:cNvPr id="0" name=""/>
        <dsp:cNvSpPr/>
      </dsp:nvSpPr>
      <dsp:spPr>
        <a:xfrm>
          <a:off x="877870" y="2941151"/>
          <a:ext cx="1269562" cy="126956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3A343F-7A2C-46F0-A0AB-2DE11B84E6D2}">
      <dsp:nvSpPr>
        <dsp:cNvPr id="0" name=""/>
        <dsp:cNvSpPr/>
      </dsp:nvSpPr>
      <dsp:spPr>
        <a:xfrm>
          <a:off x="1148432" y="3211714"/>
          <a:ext cx="728437" cy="728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C1493-EE28-45C3-8958-30654266B32C}">
      <dsp:nvSpPr>
        <dsp:cNvPr id="0" name=""/>
        <dsp:cNvSpPr/>
      </dsp:nvSpPr>
      <dsp:spPr>
        <a:xfrm>
          <a:off x="472026" y="4606151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>
              <a:latin typeface="Avenir Next LT Pro"/>
            </a:rPr>
            <a:t>OPTIMISATION</a:t>
          </a:r>
          <a:endParaRPr lang="en-US" sz="2300" kern="1200"/>
        </a:p>
      </dsp:txBody>
      <dsp:txXfrm>
        <a:off x="472026" y="4606151"/>
        <a:ext cx="2081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18DF67-9402-4425-8FCD-09A548832957}">
      <dsp:nvSpPr>
        <dsp:cNvPr id="0" name=""/>
        <dsp:cNvSpPr/>
      </dsp:nvSpPr>
      <dsp:spPr>
        <a:xfrm>
          <a:off x="0" y="14710"/>
          <a:ext cx="6177516" cy="10073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200" kern="1200">
              <a:latin typeface="Avenir Next LT Pro"/>
            </a:rPr>
            <a:t>NGINX</a:t>
          </a:r>
          <a:endParaRPr lang="en-US" sz="4200" kern="1200"/>
        </a:p>
      </dsp:txBody>
      <dsp:txXfrm>
        <a:off x="49176" y="63886"/>
        <a:ext cx="6079164" cy="909018"/>
      </dsp:txXfrm>
    </dsp:sp>
    <dsp:sp modelId="{5564176B-2538-49A9-B006-A81B62638BAC}">
      <dsp:nvSpPr>
        <dsp:cNvPr id="0" name=""/>
        <dsp:cNvSpPr/>
      </dsp:nvSpPr>
      <dsp:spPr>
        <a:xfrm>
          <a:off x="0" y="1022080"/>
          <a:ext cx="6177516" cy="1695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136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ARCHITECTURE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RAPIDITE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MODULE</a:t>
          </a:r>
        </a:p>
      </dsp:txBody>
      <dsp:txXfrm>
        <a:off x="0" y="1022080"/>
        <a:ext cx="6177516" cy="1695330"/>
      </dsp:txXfrm>
    </dsp:sp>
    <dsp:sp modelId="{F1270775-3EF4-4F2E-A907-90C3F4DE80B7}">
      <dsp:nvSpPr>
        <dsp:cNvPr id="0" name=""/>
        <dsp:cNvSpPr/>
      </dsp:nvSpPr>
      <dsp:spPr>
        <a:xfrm>
          <a:off x="0" y="2717410"/>
          <a:ext cx="6177516" cy="1007370"/>
        </a:xfrm>
        <a:prstGeom prst="roundRect">
          <a:avLst/>
        </a:prstGeom>
        <a:solidFill>
          <a:schemeClr val="accent5">
            <a:hueOff val="-1507288"/>
            <a:satOff val="683"/>
            <a:lumOff val="-68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4200" kern="1200"/>
            <a:t>APACHE</a:t>
          </a:r>
        </a:p>
      </dsp:txBody>
      <dsp:txXfrm>
        <a:off x="49176" y="2766586"/>
        <a:ext cx="6079164" cy="909018"/>
      </dsp:txXfrm>
    </dsp:sp>
    <dsp:sp modelId="{A03BF49E-D433-4ECD-8F27-8C87CB44F34F}">
      <dsp:nvSpPr>
        <dsp:cNvPr id="0" name=""/>
        <dsp:cNvSpPr/>
      </dsp:nvSpPr>
      <dsp:spPr>
        <a:xfrm>
          <a:off x="0" y="3724780"/>
          <a:ext cx="6177516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136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SYSTEME D'EXPLOITATION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CONFIGURATION</a:t>
          </a:r>
        </a:p>
      </dsp:txBody>
      <dsp:txXfrm>
        <a:off x="0" y="3724780"/>
        <a:ext cx="6177516" cy="1130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6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9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2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3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494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8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79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9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8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4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Saturday, June 4,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4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Saturday, June 4, 2022</a:t>
            </a:fld>
            <a:endParaRPr lang="en-US" cap="al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03033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D896123-1B32-4CB1-B2ED-E34BBC26B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94768-C0E2-2609-58E8-99F5D87661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38" b="8998"/>
          <a:stretch/>
        </p:blipFill>
        <p:spPr>
          <a:xfrm>
            <a:off x="20" y="-1"/>
            <a:ext cx="12191980" cy="685757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19FDB4D-987D-4C87-A179-9D4616AB2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9931"/>
            <a:ext cx="12191999" cy="5058137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30000"/>
                </a:schemeClr>
              </a:gs>
              <a:gs pos="80000">
                <a:schemeClr val="tx1">
                  <a:alpha val="15000"/>
                </a:schemeClr>
              </a:gs>
              <a:gs pos="0">
                <a:schemeClr val="tx1">
                  <a:alpha val="0"/>
                </a:schemeClr>
              </a:gs>
              <a:gs pos="2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619534" y="504966"/>
            <a:ext cx="8952932" cy="3043213"/>
          </a:xfrm>
        </p:spPr>
        <p:txBody>
          <a:bodyPr anchor="b">
            <a:normAutofit/>
          </a:bodyPr>
          <a:lstStyle/>
          <a:p>
            <a:r>
              <a:rPr lang="fr-FR">
                <a:solidFill>
                  <a:schemeClr val="bg1"/>
                </a:solidFill>
                <a:cs typeface="Calibri Light"/>
              </a:rPr>
              <a:t>SAE 2.03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950191" y="3749746"/>
            <a:ext cx="6291618" cy="220832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fr-FR">
                <a:solidFill>
                  <a:schemeClr val="bg1"/>
                </a:solidFill>
              </a:rPr>
              <a:t>Installation de services réseau</a:t>
            </a:r>
          </a:p>
          <a:p>
            <a:endParaRPr lang="fr-FR">
              <a:solidFill>
                <a:schemeClr val="bg1"/>
              </a:solidFill>
            </a:endParaRPr>
          </a:p>
          <a:p>
            <a:endParaRPr lang="fr-FR">
              <a:solidFill>
                <a:schemeClr val="bg1"/>
              </a:solidFill>
            </a:endParaRPr>
          </a:p>
          <a:p>
            <a:endParaRPr lang="fr-FR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32E7E-EBA2-09B0-1AE9-AFAB1C68E56A}"/>
              </a:ext>
            </a:extLst>
          </p:cNvPr>
          <p:cNvSpPr txBox="1"/>
          <p:nvPr/>
        </p:nvSpPr>
        <p:spPr>
          <a:xfrm>
            <a:off x="2029522" y="6211229"/>
            <a:ext cx="81236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i="1">
                <a:ea typeface="+mn-lt"/>
                <a:cs typeface="+mn-lt"/>
              </a:rPr>
              <a:t>Goujon William – </a:t>
            </a:r>
            <a:r>
              <a:rPr lang="fr-FR" i="1" err="1">
                <a:ea typeface="+mn-lt"/>
                <a:cs typeface="+mn-lt"/>
              </a:rPr>
              <a:t>Lahaie</a:t>
            </a:r>
            <a:r>
              <a:rPr lang="fr-FR" i="1">
                <a:ea typeface="+mn-lt"/>
                <a:cs typeface="+mn-lt"/>
              </a:rPr>
              <a:t> Thibaut – Saadi Nils – Valls Marion -  </a:t>
            </a:r>
            <a:r>
              <a:rPr lang="fr-FR" i="1" err="1">
                <a:ea typeface="+mn-lt"/>
                <a:cs typeface="+mn-lt"/>
              </a:rPr>
              <a:t>Zerkouni</a:t>
            </a:r>
            <a:r>
              <a:rPr lang="fr-FR" i="1">
                <a:ea typeface="+mn-lt"/>
                <a:cs typeface="+mn-lt"/>
              </a:rPr>
              <a:t> Sofian</a:t>
            </a:r>
            <a:endParaRPr lang="en-US">
              <a:ea typeface="+mn-lt"/>
              <a:cs typeface="+mn-lt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D9D89B5-CCAB-4617-B70E-501DBE3C8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996F1-B695-12F6-D0D7-F947CC15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</p:spPr>
        <p:txBody>
          <a:bodyPr anchor="t">
            <a:normAutofit/>
          </a:bodyPr>
          <a:lstStyle/>
          <a:p>
            <a:r>
              <a:rPr lang="en-US" sz="2800"/>
              <a:t>Sommaire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553038C-8E8C-A494-850C-EFE120FF5C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543" b="25298"/>
          <a:stretch/>
        </p:blipFill>
        <p:spPr>
          <a:xfrm>
            <a:off x="20" y="432"/>
            <a:ext cx="12191980" cy="42447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0DE37-8E61-CBE4-04EA-820F779B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83953"/>
            <a:ext cx="5638800" cy="1465973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fr-FR" sz="1400"/>
              <a:t>Protocole HTTP</a:t>
            </a:r>
          </a:p>
          <a:p>
            <a:pPr marL="342900" indent="-342900">
              <a:buAutoNum type="arabicPeriod"/>
            </a:pPr>
            <a:r>
              <a:rPr lang="fr-FR" sz="1400"/>
              <a:t>Configuration d'un serveurs Apache</a:t>
            </a:r>
          </a:p>
          <a:p>
            <a:pPr marL="342900" indent="-342900">
              <a:buAutoNum type="arabicPeriod"/>
            </a:pPr>
            <a:r>
              <a:rPr lang="fr-FR" sz="1400"/>
              <a:t>Comparaison Apache, Nginx</a:t>
            </a:r>
          </a:p>
          <a:p>
            <a:pPr marL="342900" indent="-342900">
              <a:buAutoNum type="arabicPeriod"/>
            </a:pPr>
            <a:endParaRPr lang="en-US" sz="1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5DEFE8-24AF-47F7-B020-D4D76ABA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AE3873-25FC-4346-B1D5-82E5F9D95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7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5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C5CC17-FF17-43CF-B073-D9051465D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BE2DDC-0D14-44E6-A1AB-2EEC09507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72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43D98-0AA2-43B4-B508-DC1DB7F3D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2414" y="1406060"/>
            <a:ext cx="6857572" cy="4045450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96000">
                <a:schemeClr val="accent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723C1D-9A1A-465B-8164-483BF5426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98889" y="3617790"/>
            <a:ext cx="2453337" cy="4027079"/>
          </a:xfrm>
          <a:prstGeom prst="rect">
            <a:avLst/>
          </a:prstGeom>
          <a:gradFill>
            <a:gsLst>
              <a:gs pos="2000">
                <a:schemeClr val="accent5">
                  <a:alpha val="35000"/>
                </a:schemeClr>
              </a:gs>
              <a:gs pos="67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6680484-5F73-4078-85C2-415205B1A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30441" y="1644149"/>
            <a:ext cx="4384532" cy="4196758"/>
          </a:xfrm>
          <a:custGeom>
            <a:avLst/>
            <a:gdLst>
              <a:gd name="connsiteX0" fmla="*/ 44539 w 4384532"/>
              <a:gd name="connsiteY0" fmla="*/ 2446310 h 4196758"/>
              <a:gd name="connsiteX1" fmla="*/ 0 w 4384532"/>
              <a:gd name="connsiteY1" fmla="*/ 2004492 h 4196758"/>
              <a:gd name="connsiteX2" fmla="*/ 500607 w 4384532"/>
              <a:gd name="connsiteY2" fmla="*/ 610007 h 4196758"/>
              <a:gd name="connsiteX3" fmla="*/ 589546 w 4384532"/>
              <a:gd name="connsiteY3" fmla="*/ 512149 h 4196758"/>
              <a:gd name="connsiteX4" fmla="*/ 3077760 w 4384532"/>
              <a:gd name="connsiteY4" fmla="*/ 0 h 4196758"/>
              <a:gd name="connsiteX5" fmla="*/ 3237230 w 4384532"/>
              <a:gd name="connsiteY5" fmla="*/ 76821 h 4196758"/>
              <a:gd name="connsiteX6" fmla="*/ 4384532 w 4384532"/>
              <a:gd name="connsiteY6" fmla="*/ 2004492 h 4196758"/>
              <a:gd name="connsiteX7" fmla="*/ 2192266 w 4384532"/>
              <a:gd name="connsiteY7" fmla="*/ 4196758 h 4196758"/>
              <a:gd name="connsiteX8" fmla="*/ 44539 w 4384532"/>
              <a:gd name="connsiteY8" fmla="*/ 2446310 h 4196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4532" h="4196758">
                <a:moveTo>
                  <a:pt x="44539" y="2446310"/>
                </a:moveTo>
                <a:cubicBezTo>
                  <a:pt x="15336" y="2303599"/>
                  <a:pt x="0" y="2155836"/>
                  <a:pt x="0" y="2004492"/>
                </a:cubicBezTo>
                <a:cubicBezTo>
                  <a:pt x="0" y="1474787"/>
                  <a:pt x="187867" y="988960"/>
                  <a:pt x="500607" y="610007"/>
                </a:cubicBezTo>
                <a:lnTo>
                  <a:pt x="589546" y="512149"/>
                </a:lnTo>
                <a:lnTo>
                  <a:pt x="3077760" y="0"/>
                </a:lnTo>
                <a:lnTo>
                  <a:pt x="3237230" y="76821"/>
                </a:lnTo>
                <a:cubicBezTo>
                  <a:pt x="3920615" y="448057"/>
                  <a:pt x="4384532" y="1172098"/>
                  <a:pt x="4384532" y="2004492"/>
                </a:cubicBezTo>
                <a:cubicBezTo>
                  <a:pt x="4384532" y="3215247"/>
                  <a:pt x="3403021" y="4196758"/>
                  <a:pt x="2192266" y="4196758"/>
                </a:cubicBezTo>
                <a:cubicBezTo>
                  <a:pt x="1132855" y="4196758"/>
                  <a:pt x="248960" y="3445288"/>
                  <a:pt x="44539" y="2446310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87927" y="1028701"/>
            <a:ext cx="3248863" cy="3020785"/>
          </a:xfrm>
        </p:spPr>
        <p:txBody>
          <a:bodyPr>
            <a:normAutofit/>
          </a:bodyPr>
          <a:lstStyle/>
          <a:p>
            <a:pPr algn="r"/>
            <a:r>
              <a:rPr lang="en-US" sz="3000">
                <a:solidFill>
                  <a:schemeClr val="bg1"/>
                </a:solidFill>
              </a:rPr>
              <a:t>Protocole HTTP</a:t>
            </a:r>
          </a:p>
        </p:txBody>
      </p:sp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40CB9A55-4EB2-AE0C-7896-AB1AF3EDEF7F}"/>
              </a:ext>
            </a:extLst>
          </p:cNvPr>
          <p:cNvSpPr/>
          <p:nvPr/>
        </p:nvSpPr>
        <p:spPr>
          <a:xfrm>
            <a:off x="5304264" y="973874"/>
            <a:ext cx="5501266" cy="910682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HTTP/0.9</a:t>
            </a:r>
          </a:p>
        </p:txBody>
      </p:sp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9F1ACF48-F070-1A4F-00B4-2730243F4985}"/>
              </a:ext>
            </a:extLst>
          </p:cNvPr>
          <p:cNvSpPr/>
          <p:nvPr/>
        </p:nvSpPr>
        <p:spPr>
          <a:xfrm>
            <a:off x="5304263" y="1949605"/>
            <a:ext cx="5501266" cy="910682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HTTP/1.0</a:t>
            </a:r>
          </a:p>
        </p:txBody>
      </p:sp>
      <p:sp>
        <p:nvSpPr>
          <p:cNvPr id="7" name="Callout: Down Arrow 6">
            <a:extLst>
              <a:ext uri="{FF2B5EF4-FFF2-40B4-BE49-F238E27FC236}">
                <a16:creationId xmlns:a16="http://schemas.microsoft.com/office/drawing/2014/main" id="{7C652E47-9C01-85E9-17F6-513CBF347C5E}"/>
              </a:ext>
            </a:extLst>
          </p:cNvPr>
          <p:cNvSpPr/>
          <p:nvPr/>
        </p:nvSpPr>
        <p:spPr>
          <a:xfrm>
            <a:off x="5304263" y="2906751"/>
            <a:ext cx="5501266" cy="910682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HTTP/1.1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A0EE9C-CCEC-F837-DAEB-B56DB39E4DBF}"/>
              </a:ext>
            </a:extLst>
          </p:cNvPr>
          <p:cNvSpPr/>
          <p:nvPr/>
        </p:nvSpPr>
        <p:spPr>
          <a:xfrm>
            <a:off x="5307748" y="3848797"/>
            <a:ext cx="5501267" cy="101290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HTTP/2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E2F2F3-27EB-39B8-E88D-1C1FA77203E6}"/>
              </a:ext>
            </a:extLst>
          </p:cNvPr>
          <p:cNvSpPr/>
          <p:nvPr/>
        </p:nvSpPr>
        <p:spPr>
          <a:xfrm>
            <a:off x="5311233" y="5608600"/>
            <a:ext cx="2685584" cy="910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AVANTAGE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0A37D7-E7E3-0C68-2AC4-2A6E37B920CE}"/>
              </a:ext>
            </a:extLst>
          </p:cNvPr>
          <p:cNvSpPr/>
          <p:nvPr/>
        </p:nvSpPr>
        <p:spPr>
          <a:xfrm>
            <a:off x="8117623" y="5608599"/>
            <a:ext cx="2685584" cy="9106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IMPLEMENTATION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F13F11C-E350-6767-BC14-61754D4F1972}"/>
              </a:ext>
            </a:extLst>
          </p:cNvPr>
          <p:cNvSpPr/>
          <p:nvPr/>
        </p:nvSpPr>
        <p:spPr>
          <a:xfrm>
            <a:off x="6412405" y="4595054"/>
            <a:ext cx="483219" cy="975731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749B0F5-2958-8780-97F6-395830EAC14A}"/>
              </a:ext>
            </a:extLst>
          </p:cNvPr>
          <p:cNvSpPr/>
          <p:nvPr/>
        </p:nvSpPr>
        <p:spPr>
          <a:xfrm>
            <a:off x="9218795" y="4595054"/>
            <a:ext cx="483219" cy="975731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9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1" grpId="0" animBg="1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0BF4A1-714C-419E-A19F-578DE93BE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91A9BD-D57F-4941-931F-40597AB3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4DB264-9467-4730-B9E9-C9A97DD66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90128" y="3609527"/>
            <a:ext cx="245834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B097F88-2120-47B4-B891-5B28F66B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227" y="1757079"/>
            <a:ext cx="3900088" cy="4178958"/>
          </a:xfrm>
          <a:custGeom>
            <a:avLst/>
            <a:gdLst>
              <a:gd name="connsiteX0" fmla="*/ 2431956 w 3900088"/>
              <a:gd name="connsiteY0" fmla="*/ 93939 h 4178958"/>
              <a:gd name="connsiteX1" fmla="*/ 3900088 w 3900088"/>
              <a:gd name="connsiteY1" fmla="*/ 2089479 h 4178958"/>
              <a:gd name="connsiteX2" fmla="*/ 1810609 w 3900088"/>
              <a:gd name="connsiteY2" fmla="*/ 4178958 h 4178958"/>
              <a:gd name="connsiteX3" fmla="*/ 77980 w 3900088"/>
              <a:gd name="connsiteY3" fmla="*/ 3257727 h 4178958"/>
              <a:gd name="connsiteX4" fmla="*/ 0 w 3900088"/>
              <a:gd name="connsiteY4" fmla="*/ 3129367 h 4178958"/>
              <a:gd name="connsiteX5" fmla="*/ 831517 w 3900088"/>
              <a:gd name="connsiteY5" fmla="*/ 244059 h 4178958"/>
              <a:gd name="connsiteX6" fmla="*/ 997290 w 3900088"/>
              <a:gd name="connsiteY6" fmla="*/ 164202 h 4178958"/>
              <a:gd name="connsiteX7" fmla="*/ 1810609 w 3900088"/>
              <a:gd name="connsiteY7" fmla="*/ 0 h 4178958"/>
              <a:gd name="connsiteX8" fmla="*/ 2431956 w 3900088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8" h="4178958">
                <a:moveTo>
                  <a:pt x="2431956" y="93939"/>
                </a:moveTo>
                <a:cubicBezTo>
                  <a:pt x="3282517" y="358491"/>
                  <a:pt x="3900088" y="1151865"/>
                  <a:pt x="3900088" y="2089479"/>
                </a:cubicBezTo>
                <a:cubicBezTo>
                  <a:pt x="3900088" y="3243466"/>
                  <a:pt x="2964596" y="4178958"/>
                  <a:pt x="1810609" y="4178958"/>
                </a:cubicBezTo>
                <a:cubicBezTo>
                  <a:pt x="1089367" y="4178958"/>
                  <a:pt x="453475" y="3813531"/>
                  <a:pt x="77980" y="3257727"/>
                </a:cubicBezTo>
                <a:lnTo>
                  <a:pt x="0" y="3129367"/>
                </a:lnTo>
                <a:lnTo>
                  <a:pt x="831517" y="244059"/>
                </a:lnTo>
                <a:lnTo>
                  <a:pt x="997290" y="164202"/>
                </a:lnTo>
                <a:cubicBezTo>
                  <a:pt x="1247271" y="58468"/>
                  <a:pt x="1522112" y="0"/>
                  <a:pt x="1810609" y="0"/>
                </a:cubicBezTo>
                <a:cubicBezTo>
                  <a:pt x="2026982" y="0"/>
                  <a:pt x="2235673" y="32888"/>
                  <a:pt x="2431956" y="93939"/>
                </a:cubicBezTo>
                <a:close/>
              </a:path>
            </a:pathLst>
          </a:custGeom>
          <a:gradFill>
            <a:gsLst>
              <a:gs pos="36000">
                <a:schemeClr val="accent6">
                  <a:lumMod val="60000"/>
                  <a:lumOff val="40000"/>
                  <a:alpha val="6000"/>
                </a:schemeClr>
              </a:gs>
              <a:gs pos="100000">
                <a:schemeClr val="accent6">
                  <a:alpha val="2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9338F5-05AB-4DC5-BD1C-1A9F26C38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0099" y="411154"/>
            <a:ext cx="4395601" cy="358140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868280"/>
            <a:ext cx="3390645" cy="3363597"/>
          </a:xfrm>
        </p:spPr>
        <p:txBody>
          <a:bodyPr>
            <a:normAutofit/>
          </a:bodyPr>
          <a:lstStyle/>
          <a:p>
            <a:pPr algn="r"/>
            <a:r>
              <a:rPr lang="en-US" sz="2000">
                <a:solidFill>
                  <a:schemeClr val="bg1"/>
                </a:solidFill>
              </a:rPr>
              <a:t>Configuration d'un serveurs Apache</a:t>
            </a:r>
          </a:p>
        </p:txBody>
      </p:sp>
      <p:graphicFrame>
        <p:nvGraphicFramePr>
          <p:cNvPr id="5" name="Content Placeholder">
            <a:extLst>
              <a:ext uri="{FF2B5EF4-FFF2-40B4-BE49-F238E27FC236}">
                <a16:creationId xmlns:a16="http://schemas.microsoft.com/office/drawing/2014/main" id="{DE45A02C-AD3C-308B-6434-476DC41DCC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89278"/>
              </p:ext>
            </p:extLst>
          </p:nvPr>
        </p:nvGraphicFramePr>
        <p:xfrm>
          <a:off x="4494654" y="457200"/>
          <a:ext cx="7240146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310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" name="Rectangle 161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61D1D8-C62D-DB13-F903-D6EF8C2C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971512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Configuration de base</a:t>
            </a:r>
          </a:p>
        </p:txBody>
      </p:sp>
      <p:graphicFrame>
        <p:nvGraphicFramePr>
          <p:cNvPr id="285" name="Content Placeholder 282">
            <a:extLst>
              <a:ext uri="{FF2B5EF4-FFF2-40B4-BE49-F238E27FC236}">
                <a16:creationId xmlns:a16="http://schemas.microsoft.com/office/drawing/2014/main" id="{78E1DD9A-825E-FAF2-A944-FBB67C6A9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647720"/>
              </p:ext>
            </p:extLst>
          </p:nvPr>
        </p:nvGraphicFramePr>
        <p:xfrm>
          <a:off x="579474" y="2062715"/>
          <a:ext cx="11033029" cy="4189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964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3AE8C3-8F65-40F4-BABE-E70F3830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>
                  <a:alpha val="78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FC4764-B8D5-4F87-95DB-3125B2D12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9728" y="59346"/>
            <a:ext cx="4156527" cy="4037836"/>
          </a:xfrm>
          <a:prstGeom prst="rect">
            <a:avLst/>
          </a:prstGeom>
          <a:gradFill>
            <a:gsLst>
              <a:gs pos="0">
                <a:schemeClr val="accent5">
                  <a:alpha val="47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C1654F-94F5-497E-8ECF-F2A7E84D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8313" y="3587284"/>
            <a:ext cx="250197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7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5254" y="969296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58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A7BA4-D4FC-262D-EE68-2B9B1316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18" y="586855"/>
            <a:ext cx="325857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>
                <a:solidFill>
                  <a:schemeClr val="bg1"/>
                </a:solidFill>
              </a:rPr>
              <a:t>SECURISATION ET OPTIMISATION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A50203-E3D6-621D-6AB8-557F50A2C1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029510"/>
              </p:ext>
            </p:extLst>
          </p:nvPr>
        </p:nvGraphicFramePr>
        <p:xfrm>
          <a:off x="4581727" y="833535"/>
          <a:ext cx="3025303" cy="5361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0" name="TextBox 179">
            <a:extLst>
              <a:ext uri="{FF2B5EF4-FFF2-40B4-BE49-F238E27FC236}">
                <a16:creationId xmlns:a16="http://schemas.microsoft.com/office/drawing/2014/main" id="{B60DBAFC-50DC-3C99-5A8E-9B79B808F4B5}"/>
              </a:ext>
            </a:extLst>
          </p:cNvPr>
          <p:cNvSpPr txBox="1"/>
          <p:nvPr/>
        </p:nvSpPr>
        <p:spPr>
          <a:xfrm>
            <a:off x="8116229" y="1016620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HTTP/1.1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DESACTIAVTION DE CMD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RESTRICTION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1FE8842-7556-F8A1-572C-62EE8CAE373B}"/>
              </a:ext>
            </a:extLst>
          </p:cNvPr>
          <p:cNvSpPr txBox="1"/>
          <p:nvPr/>
        </p:nvSpPr>
        <p:spPr>
          <a:xfrm>
            <a:off x="7989616" y="421678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MPM EVENT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CACHE</a:t>
            </a:r>
          </a:p>
        </p:txBody>
      </p:sp>
    </p:spTree>
    <p:extLst>
      <p:ext uri="{BB962C8B-B14F-4D97-AF65-F5344CB8AC3E}">
        <p14:creationId xmlns:p14="http://schemas.microsoft.com/office/powerpoint/2010/main" val="309662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3AE8C3-8F65-40F4-BABE-E70F3830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>
                  <a:alpha val="78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FC4764-B8D5-4F87-95DB-3125B2D12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9728" y="59346"/>
            <a:ext cx="4156527" cy="4037836"/>
          </a:xfrm>
          <a:prstGeom prst="rect">
            <a:avLst/>
          </a:prstGeom>
          <a:gradFill>
            <a:gsLst>
              <a:gs pos="0">
                <a:schemeClr val="accent5">
                  <a:alpha val="47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C1654F-94F5-497E-8ECF-F2A7E84D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8313" y="3587284"/>
            <a:ext cx="250197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7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5254" y="969296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58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A7BA4-D4FC-262D-EE68-2B9B1316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18" y="586855"/>
            <a:ext cx="325857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>
                <a:solidFill>
                  <a:schemeClr val="bg1"/>
                </a:solidFill>
              </a:rPr>
              <a:t>SECURISATION </a:t>
            </a:r>
            <a:br>
              <a:rPr lang="en-US" sz="2200">
                <a:solidFill>
                  <a:schemeClr val="bg1"/>
                </a:solidFill>
              </a:rPr>
            </a:br>
            <a:r>
              <a:rPr lang="en-US" sz="2200">
                <a:solidFill>
                  <a:schemeClr val="bg1"/>
                </a:solidFill>
              </a:rPr>
              <a:t>(1 /2)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60DBAFC-50DC-3C99-5A8E-9B79B808F4B5}"/>
              </a:ext>
            </a:extLst>
          </p:cNvPr>
          <p:cNvSpPr txBox="1"/>
          <p:nvPr/>
        </p:nvSpPr>
        <p:spPr>
          <a:xfrm>
            <a:off x="5269512" y="657186"/>
            <a:ext cx="55755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Protection </a:t>
            </a:r>
            <a:r>
              <a:rPr lang="en-US" err="1"/>
              <a:t>contre</a:t>
            </a:r>
            <a:r>
              <a:rPr lang="en-US"/>
              <a:t> les </a:t>
            </a:r>
            <a:r>
              <a:rPr lang="en-US" err="1"/>
              <a:t>attaques</a:t>
            </a:r>
            <a:r>
              <a:rPr lang="en-US"/>
              <a:t> DoS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B46DBD39-CFE9-3788-08A8-27C7576C8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193" y="1587049"/>
            <a:ext cx="7904672" cy="779674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DAC2D964-5B9C-768C-E254-0F79CF791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192" y="2871912"/>
            <a:ext cx="7904672" cy="1128553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74E66956-432A-A134-BB83-411643648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192" y="4398835"/>
            <a:ext cx="7904671" cy="1093956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0DBBB55C-3C4A-3BA0-5528-029D3859B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1192" y="6017093"/>
            <a:ext cx="5043578" cy="70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4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3AE8C3-8F65-40F4-BABE-E70F3830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>
                  <a:alpha val="78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FC4764-B8D5-4F87-95DB-3125B2D12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9728" y="59346"/>
            <a:ext cx="4156527" cy="4037836"/>
          </a:xfrm>
          <a:prstGeom prst="rect">
            <a:avLst/>
          </a:prstGeom>
          <a:gradFill>
            <a:gsLst>
              <a:gs pos="0">
                <a:schemeClr val="accent5">
                  <a:alpha val="47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C1654F-94F5-497E-8ECF-F2A7E84D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8313" y="3587284"/>
            <a:ext cx="250197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7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5254" y="969296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58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A7BA4-D4FC-262D-EE68-2B9B1316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18" y="586855"/>
            <a:ext cx="325857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>
                <a:solidFill>
                  <a:schemeClr val="bg1"/>
                </a:solidFill>
              </a:rPr>
              <a:t>SECURISATION</a:t>
            </a:r>
            <a:br>
              <a:rPr lang="en-US" sz="2200">
                <a:solidFill>
                  <a:schemeClr val="bg1"/>
                </a:solidFill>
              </a:rPr>
            </a:br>
            <a:r>
              <a:rPr lang="en-US" sz="2200">
                <a:solidFill>
                  <a:schemeClr val="bg1"/>
                </a:solidFill>
              </a:rPr>
              <a:t>(2/2) 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60DBAFC-50DC-3C99-5A8E-9B79B808F4B5}"/>
              </a:ext>
            </a:extLst>
          </p:cNvPr>
          <p:cNvSpPr txBox="1"/>
          <p:nvPr/>
        </p:nvSpPr>
        <p:spPr>
          <a:xfrm>
            <a:off x="4507512" y="628431"/>
            <a:ext cx="66193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Protection </a:t>
            </a:r>
            <a:r>
              <a:rPr lang="en-US" err="1"/>
              <a:t>contre</a:t>
            </a:r>
            <a:r>
              <a:rPr lang="en-US"/>
              <a:t> les </a:t>
            </a:r>
            <a:r>
              <a:rPr lang="en-US" err="1"/>
              <a:t>failles</a:t>
            </a:r>
            <a:r>
              <a:rPr lang="en-US"/>
              <a:t> </a:t>
            </a:r>
            <a:r>
              <a:rPr lang="en-US" err="1"/>
              <a:t>liées</a:t>
            </a:r>
            <a:r>
              <a:rPr lang="en-US"/>
              <a:t> à la version </a:t>
            </a:r>
            <a:r>
              <a:rPr lang="en-US" err="1"/>
              <a:t>d'Apache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07C1CC3-7DEE-9AE8-341A-9972E499C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522" y="1061517"/>
            <a:ext cx="5525712" cy="16010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4E6D6D-49A7-6CD8-25C9-57BA235950BA}"/>
              </a:ext>
            </a:extLst>
          </p:cNvPr>
          <p:cNvSpPr txBox="1"/>
          <p:nvPr/>
        </p:nvSpPr>
        <p:spPr>
          <a:xfrm>
            <a:off x="4549265" y="2684786"/>
            <a:ext cx="55755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Protection </a:t>
            </a:r>
            <a:r>
              <a:rPr lang="en-US" err="1"/>
              <a:t>contre</a:t>
            </a:r>
            <a:r>
              <a:rPr lang="en-US"/>
              <a:t> </a:t>
            </a:r>
            <a:r>
              <a:rPr lang="en-US" err="1"/>
              <a:t>l'indexation</a:t>
            </a:r>
            <a:r>
              <a:rPr lang="en-US"/>
              <a:t> des </a:t>
            </a:r>
            <a:r>
              <a:rPr lang="en-US" err="1"/>
              <a:t>répertoires</a:t>
            </a:r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2256701-0C90-0ECC-6792-32BEC79C5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496" y="3187268"/>
            <a:ext cx="5091830" cy="1579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737E2B-6C2C-6422-4470-D71FDFC7174B}"/>
              </a:ext>
            </a:extLst>
          </p:cNvPr>
          <p:cNvSpPr txBox="1"/>
          <p:nvPr/>
        </p:nvSpPr>
        <p:spPr>
          <a:xfrm>
            <a:off x="4549265" y="4970786"/>
            <a:ext cx="55755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Passage HTTP 1.0 =&gt; HTTP 1.1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99E20-2336-B729-2ECD-C9890555A989}"/>
              </a:ext>
            </a:extLst>
          </p:cNvPr>
          <p:cNvSpPr txBox="1"/>
          <p:nvPr/>
        </p:nvSpPr>
        <p:spPr>
          <a:xfrm>
            <a:off x="4549265" y="5388319"/>
            <a:ext cx="67133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/>
              <a:t>Création</a:t>
            </a:r>
            <a:r>
              <a:rPr lang="en-US"/>
              <a:t> </a:t>
            </a:r>
            <a:r>
              <a:rPr lang="en-US" err="1"/>
              <a:t>d'utilisateurs</a:t>
            </a:r>
            <a:r>
              <a:rPr lang="en-US"/>
              <a:t> </a:t>
            </a:r>
            <a:r>
              <a:rPr lang="en-US" err="1"/>
              <a:t>contre</a:t>
            </a:r>
            <a:r>
              <a:rPr lang="en-US"/>
              <a:t> </a:t>
            </a:r>
            <a:r>
              <a:rPr lang="en-US" err="1"/>
              <a:t>l'usrupation</a:t>
            </a:r>
            <a:r>
              <a:rPr lang="en-US"/>
              <a:t> de droits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7A69555-413F-0F25-7839-F4BEBE36F5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602" r="380" b="406"/>
          <a:stretch/>
        </p:blipFill>
        <p:spPr>
          <a:xfrm>
            <a:off x="4974921" y="5821876"/>
            <a:ext cx="2732770" cy="94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23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3AE8C3-8F65-40F4-BABE-E70F3830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>
                  <a:alpha val="78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FC4764-B8D5-4F87-95DB-3125B2D12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9728" y="59346"/>
            <a:ext cx="4156527" cy="4037836"/>
          </a:xfrm>
          <a:prstGeom prst="rect">
            <a:avLst/>
          </a:prstGeom>
          <a:gradFill>
            <a:gsLst>
              <a:gs pos="0">
                <a:schemeClr val="accent5">
                  <a:alpha val="47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C1654F-94F5-497E-8ECF-F2A7E84D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8313" y="3587284"/>
            <a:ext cx="250197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7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5254" y="969296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58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A7BA4-D4FC-262D-EE68-2B9B1316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18" y="586855"/>
            <a:ext cx="325857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>
                <a:solidFill>
                  <a:schemeClr val="bg1"/>
                </a:solidFill>
              </a:rPr>
              <a:t> OPTIMISATION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B60DBAFC-50DC-3C99-5A8E-9B79B808F4B5}"/>
              </a:ext>
            </a:extLst>
          </p:cNvPr>
          <p:cNvSpPr txBox="1"/>
          <p:nvPr/>
        </p:nvSpPr>
        <p:spPr>
          <a:xfrm>
            <a:off x="4723763" y="797415"/>
            <a:ext cx="41315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Mise </a:t>
            </a:r>
            <a:r>
              <a:rPr lang="en-US" err="1"/>
              <a:t>en</a:t>
            </a:r>
            <a:r>
              <a:rPr lang="en-US"/>
              <a:t> cache des requêtes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C6C5D5-DDB8-3BAB-9310-32361D66A4FB}"/>
              </a:ext>
            </a:extLst>
          </p:cNvPr>
          <p:cNvSpPr txBox="1"/>
          <p:nvPr/>
        </p:nvSpPr>
        <p:spPr>
          <a:xfrm>
            <a:off x="4723763" y="5233717"/>
            <a:ext cx="413150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Multi-threading</a:t>
            </a:r>
          </a:p>
          <a:p>
            <a:endParaRPr lang="en-US"/>
          </a:p>
          <a:p>
            <a:pPr>
              <a:buFont typeface="Arial"/>
            </a:pPr>
            <a:r>
              <a:rPr lang="en-US"/>
              <a:t>=&gt; module </a:t>
            </a:r>
            <a:r>
              <a:rPr lang="en-US" err="1"/>
              <a:t>mpm_event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9FF67583-86EC-5A4C-5764-197CBA09E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030" y="1442730"/>
            <a:ext cx="4862186" cy="338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50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D402-4F7A-05AF-CB24-4942BCA3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GRAHIQUE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688F6-243B-0354-47A0-67EEDAEE5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APACHE GUI</a:t>
            </a:r>
          </a:p>
          <a:p>
            <a:r>
              <a:rPr lang="en-US"/>
              <a:t>WEBMIN</a:t>
            </a:r>
          </a:p>
          <a:p>
            <a:pPr lvl="1"/>
            <a:r>
              <a:rPr lang="en-US"/>
              <a:t>MONITORING</a:t>
            </a:r>
          </a:p>
          <a:p>
            <a:pPr lvl="1"/>
            <a:r>
              <a:rPr lang="en-US"/>
              <a:t>DIVERSITE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9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45C5CC17-FF17-43CF-B073-D9051465D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EBE2DDC-0D14-44E6-A1AB-2EEC09507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72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8543D98-0AA2-43B4-B508-DC1DB7F3D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2414" y="1406060"/>
            <a:ext cx="6857572" cy="4045450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96000">
                <a:schemeClr val="accent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9723C1D-9A1A-465B-8164-483BF5426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98889" y="3617790"/>
            <a:ext cx="2453337" cy="4027079"/>
          </a:xfrm>
          <a:prstGeom prst="rect">
            <a:avLst/>
          </a:prstGeom>
          <a:gradFill>
            <a:gsLst>
              <a:gs pos="2000">
                <a:schemeClr val="accent5">
                  <a:alpha val="35000"/>
                </a:schemeClr>
              </a:gs>
              <a:gs pos="67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A6680484-5F73-4078-85C2-415205B1A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30441" y="1644149"/>
            <a:ext cx="4384532" cy="4196758"/>
          </a:xfrm>
          <a:custGeom>
            <a:avLst/>
            <a:gdLst>
              <a:gd name="connsiteX0" fmla="*/ 44539 w 4384532"/>
              <a:gd name="connsiteY0" fmla="*/ 2446310 h 4196758"/>
              <a:gd name="connsiteX1" fmla="*/ 0 w 4384532"/>
              <a:gd name="connsiteY1" fmla="*/ 2004492 h 4196758"/>
              <a:gd name="connsiteX2" fmla="*/ 500607 w 4384532"/>
              <a:gd name="connsiteY2" fmla="*/ 610007 h 4196758"/>
              <a:gd name="connsiteX3" fmla="*/ 589546 w 4384532"/>
              <a:gd name="connsiteY3" fmla="*/ 512149 h 4196758"/>
              <a:gd name="connsiteX4" fmla="*/ 3077760 w 4384532"/>
              <a:gd name="connsiteY4" fmla="*/ 0 h 4196758"/>
              <a:gd name="connsiteX5" fmla="*/ 3237230 w 4384532"/>
              <a:gd name="connsiteY5" fmla="*/ 76821 h 4196758"/>
              <a:gd name="connsiteX6" fmla="*/ 4384532 w 4384532"/>
              <a:gd name="connsiteY6" fmla="*/ 2004492 h 4196758"/>
              <a:gd name="connsiteX7" fmla="*/ 2192266 w 4384532"/>
              <a:gd name="connsiteY7" fmla="*/ 4196758 h 4196758"/>
              <a:gd name="connsiteX8" fmla="*/ 44539 w 4384532"/>
              <a:gd name="connsiteY8" fmla="*/ 2446310 h 4196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4532" h="4196758">
                <a:moveTo>
                  <a:pt x="44539" y="2446310"/>
                </a:moveTo>
                <a:cubicBezTo>
                  <a:pt x="15336" y="2303599"/>
                  <a:pt x="0" y="2155836"/>
                  <a:pt x="0" y="2004492"/>
                </a:cubicBezTo>
                <a:cubicBezTo>
                  <a:pt x="0" y="1474787"/>
                  <a:pt x="187867" y="988960"/>
                  <a:pt x="500607" y="610007"/>
                </a:cubicBezTo>
                <a:lnTo>
                  <a:pt x="589546" y="512149"/>
                </a:lnTo>
                <a:lnTo>
                  <a:pt x="3077760" y="0"/>
                </a:lnTo>
                <a:lnTo>
                  <a:pt x="3237230" y="76821"/>
                </a:lnTo>
                <a:cubicBezTo>
                  <a:pt x="3920615" y="448057"/>
                  <a:pt x="4384532" y="1172098"/>
                  <a:pt x="4384532" y="2004492"/>
                </a:cubicBezTo>
                <a:cubicBezTo>
                  <a:pt x="4384532" y="3215247"/>
                  <a:pt x="3403021" y="4196758"/>
                  <a:pt x="2192266" y="4196758"/>
                </a:cubicBezTo>
                <a:cubicBezTo>
                  <a:pt x="1132855" y="4196758"/>
                  <a:pt x="248960" y="3445288"/>
                  <a:pt x="44539" y="2446310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87927" y="1028701"/>
            <a:ext cx="3248863" cy="3020785"/>
          </a:xfrm>
        </p:spPr>
        <p:txBody>
          <a:bodyPr>
            <a:normAutofit/>
          </a:bodyPr>
          <a:lstStyle/>
          <a:p>
            <a:pPr algn="r"/>
            <a:r>
              <a:rPr lang="en-US" sz="2200" err="1">
                <a:solidFill>
                  <a:schemeClr val="bg1"/>
                </a:solidFill>
              </a:rPr>
              <a:t>Comparaison</a:t>
            </a:r>
            <a:r>
              <a:rPr lang="en-US" sz="2200">
                <a:solidFill>
                  <a:schemeClr val="bg1"/>
                </a:solidFill>
              </a:rPr>
              <a:t> Apache, Nginx</a:t>
            </a:r>
          </a:p>
        </p:txBody>
      </p:sp>
      <p:graphicFrame>
        <p:nvGraphicFramePr>
          <p:cNvPr id="76" name="Content Placeholder">
            <a:extLst>
              <a:ext uri="{FF2B5EF4-FFF2-40B4-BE49-F238E27FC236}">
                <a16:creationId xmlns:a16="http://schemas.microsoft.com/office/drawing/2014/main" id="{8DD6CCA8-DCD0-6068-4343-4795F10E6E40}"/>
              </a:ext>
            </a:extLst>
          </p:cNvPr>
          <p:cNvGraphicFramePr>
            <a:graphicFrameLocks noGrp="1"/>
          </p:cNvGraphicFramePr>
          <p:nvPr/>
        </p:nvGraphicFramePr>
        <p:xfrm>
          <a:off x="5172741" y="882502"/>
          <a:ext cx="6177516" cy="4869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5782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04E292-5FAB-47E8-A663-A07530CED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0FF8ED-64CE-400C-A4D5-9F943FC26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868AD-100D-45F3-B11E-8A2936712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12191999" cy="6858000"/>
          </a:xfrm>
          <a:prstGeom prst="rect">
            <a:avLst/>
          </a:prstGeom>
          <a:gradFill>
            <a:gsLst>
              <a:gs pos="49000">
                <a:schemeClr val="accent5">
                  <a:alpha val="50000"/>
                </a:schemeClr>
              </a:gs>
              <a:gs pos="100000">
                <a:schemeClr val="accent2">
                  <a:alpha val="74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4742CC-05F9-44AC-AF98-AB6EF810E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0">
                <a:schemeClr val="accent2">
                  <a:alpha val="17000"/>
                </a:schemeClr>
              </a:gs>
              <a:gs pos="85000">
                <a:schemeClr val="accent4">
                  <a:alpha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3">
            <a:extLst>
              <a:ext uri="{FF2B5EF4-FFF2-40B4-BE49-F238E27FC236}">
                <a16:creationId xmlns:a16="http://schemas.microsoft.com/office/drawing/2014/main" id="{853C77DB-C7E3-4B1F-9AD0-1EB2982A8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460656" y="-2569189"/>
            <a:ext cx="5115722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accent4">
                  <a:lumMod val="60000"/>
                  <a:lumOff val="40000"/>
                  <a:alpha val="3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E608A-2BC3-1970-246E-0D5D81BA5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04445"/>
            <a:ext cx="9144000" cy="2826182"/>
          </a:xfrm>
        </p:spPr>
        <p:txBody>
          <a:bodyPr vert="horz" lIns="0" tIns="0" rIns="0" bIns="0" rtlCol="0" anchor="ctr">
            <a:normAutofit/>
          </a:bodyPr>
          <a:lstStyle/>
          <a:p>
            <a:pPr algn="ctr"/>
            <a:r>
              <a:rPr lang="en-US" sz="4400" spc="750">
                <a:solidFill>
                  <a:schemeClr val="bg1"/>
                </a:solidFill>
              </a:rPr>
              <a:t>Merci de nous </a:t>
            </a:r>
            <a:r>
              <a:rPr lang="en-US" sz="4400" spc="750" err="1">
                <a:solidFill>
                  <a:schemeClr val="bg1"/>
                </a:solidFill>
              </a:rPr>
              <a:t>avoir</a:t>
            </a:r>
            <a:r>
              <a:rPr lang="en-US" sz="4400" spc="750">
                <a:solidFill>
                  <a:schemeClr val="bg1"/>
                </a:solidFill>
              </a:rPr>
              <a:t> </a:t>
            </a:r>
            <a:r>
              <a:rPr lang="en-US" sz="4400" spc="750" err="1">
                <a:solidFill>
                  <a:schemeClr val="bg1"/>
                </a:solidFill>
              </a:rPr>
              <a:t>ecouté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C0B6B-3C41-9582-C3DC-019182BBB903}"/>
              </a:ext>
            </a:extLst>
          </p:cNvPr>
          <p:cNvSpPr txBox="1"/>
          <p:nvPr/>
        </p:nvSpPr>
        <p:spPr>
          <a:xfrm>
            <a:off x="617034" y="6164766"/>
            <a:ext cx="1094863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i="1">
                <a:ea typeface="+mn-lt"/>
                <a:cs typeface="+mn-lt"/>
              </a:rPr>
              <a:t>Goujon William – </a:t>
            </a:r>
            <a:r>
              <a:rPr lang="fr-FR" sz="2400" i="1" err="1">
                <a:ea typeface="+mn-lt"/>
                <a:cs typeface="+mn-lt"/>
              </a:rPr>
              <a:t>Lahaie</a:t>
            </a:r>
            <a:r>
              <a:rPr lang="fr-FR" sz="2400" i="1">
                <a:ea typeface="+mn-lt"/>
                <a:cs typeface="+mn-lt"/>
              </a:rPr>
              <a:t> Thibaut – Saadi Nils – Valls Marion -  </a:t>
            </a:r>
            <a:r>
              <a:rPr lang="fr-FR" sz="2400" i="1" err="1">
                <a:ea typeface="+mn-lt"/>
                <a:cs typeface="+mn-lt"/>
              </a:rPr>
              <a:t>Zerkouni</a:t>
            </a:r>
            <a:r>
              <a:rPr lang="fr-FR" sz="2400" i="1">
                <a:ea typeface="+mn-lt"/>
                <a:cs typeface="+mn-lt"/>
              </a:rPr>
              <a:t> Sofian</a:t>
            </a:r>
            <a:endParaRPr lang="en-US" sz="2400">
              <a:ea typeface="+mn-lt"/>
              <a:cs typeface="+mn-lt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7784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LightSeedLeftStep">
      <a:dk1>
        <a:srgbClr val="000000"/>
      </a:dk1>
      <a:lt1>
        <a:srgbClr val="FFFFFF"/>
      </a:lt1>
      <a:dk2>
        <a:srgbClr val="2E2441"/>
      </a:dk2>
      <a:lt2>
        <a:srgbClr val="E2E8E6"/>
      </a:lt2>
      <a:accent1>
        <a:srgbClr val="EE6EA3"/>
      </a:accent1>
      <a:accent2>
        <a:srgbClr val="EB4ED0"/>
      </a:accent2>
      <a:accent3>
        <a:srgbClr val="CF6EEE"/>
      </a:accent3>
      <a:accent4>
        <a:srgbClr val="834EEB"/>
      </a:accent4>
      <a:accent5>
        <a:srgbClr val="6E78EE"/>
      </a:accent5>
      <a:accent6>
        <a:srgbClr val="4E9CEB"/>
      </a:accent6>
      <a:hlink>
        <a:srgbClr val="578F78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GradientRiseVTI</vt:lpstr>
      <vt:lpstr>SAE 2.03</vt:lpstr>
      <vt:lpstr>Sommaire</vt:lpstr>
      <vt:lpstr>Protocole HTTP</vt:lpstr>
      <vt:lpstr>Configuration d'un serveurs Apache</vt:lpstr>
      <vt:lpstr>Configuration de base</vt:lpstr>
      <vt:lpstr>SECURISATION ET OPTIMISATION</vt:lpstr>
      <vt:lpstr>SECURISATION  (1 /2)</vt:lpstr>
      <vt:lpstr>SECURISATION (2/2) </vt:lpstr>
      <vt:lpstr> OPTIMISATION</vt:lpstr>
      <vt:lpstr>INTERFACE GRAHIQUE</vt:lpstr>
      <vt:lpstr>Comparaison Apache, Nginx</vt:lpstr>
      <vt:lpstr>Merci de nous avoir ecouté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revision>1</cp:revision>
  <dcterms:created xsi:type="dcterms:W3CDTF">2019-10-16T03:03:10Z</dcterms:created>
  <dcterms:modified xsi:type="dcterms:W3CDTF">2022-06-04T16:36:48Z</dcterms:modified>
</cp:coreProperties>
</file>